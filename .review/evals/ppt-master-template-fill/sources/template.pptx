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theme/themeOverride3.xml" ContentType="application/vnd.openxmlformats-officedocument.themeOverride+xml"/>
  <Override PartName="/ppt/notesSlides/notesSlide3.xml" ContentType="application/vnd.openxmlformats-officedocument.presentationml.notesSlide+xml"/>
  <Override PartName="/ppt/theme/themeOverride4.xml" ContentType="application/vnd.openxmlformats-officedocument.themeOverride+xml"/>
  <Override PartName="/ppt/notesSlides/notesSlide4.xml" ContentType="application/vnd.openxmlformats-officedocument.presentationml.notesSlide+xml"/>
  <Override PartName="/ppt/theme/themeOverride5.xml" ContentType="application/vnd.openxmlformats-officedocument.themeOverride+xml"/>
  <Override PartName="/ppt/tags/tag2.xml" ContentType="application/vnd.openxmlformats-officedocument.presentationml.tags+xml"/>
  <Override PartName="/ppt/notesSlides/notesSlide5.xml" ContentType="application/vnd.openxmlformats-officedocument.presentationml.notesSlide+xml"/>
  <Override PartName="/ppt/theme/themeOverride6.xml" ContentType="application/vnd.openxmlformats-officedocument.themeOverride+xml"/>
  <Override PartName="/ppt/tags/tag3.xml" ContentType="application/vnd.openxmlformats-officedocument.presentationml.tags+xml"/>
  <Override PartName="/ppt/notesSlides/notesSlide6.xml" ContentType="application/vnd.openxmlformats-officedocument.presentationml.notesSlide+xml"/>
  <Override PartName="/ppt/theme/themeOverride7.xml" ContentType="application/vnd.openxmlformats-officedocument.themeOverride+xml"/>
  <Override PartName="/ppt/notesSlides/notesSlide7.xml" ContentType="application/vnd.openxmlformats-officedocument.presentationml.notesSlide+xml"/>
  <Override PartName="/ppt/theme/themeOverride8.xml" ContentType="application/vnd.openxmlformats-officedocument.themeOverride+xml"/>
  <Override PartName="/ppt/notesSlides/notesSlide8.xml" ContentType="application/vnd.openxmlformats-officedocument.presentationml.notesSlide+xml"/>
  <Override PartName="/ppt/theme/themeOverride9.xml" ContentType="application/vnd.openxmlformats-officedocument.themeOverride+xml"/>
  <Override PartName="/ppt/notesSlides/notesSlide9.xml" ContentType="application/vnd.openxmlformats-officedocument.presentationml.notesSlide+xml"/>
  <Override PartName="/ppt/theme/themeOverride10.xml" ContentType="application/vnd.openxmlformats-officedocument.themeOverride+xml"/>
  <Override PartName="/ppt/notesSlides/notesSlide10.xml" ContentType="application/vnd.openxmlformats-officedocument.presentationml.notesSlide+xml"/>
  <Override PartName="/ppt/theme/themeOverride11.xml" ContentType="application/vnd.openxmlformats-officedocument.themeOverride+xml"/>
  <Override PartName="/ppt/notesSlides/notesSlide11.xml" ContentType="application/vnd.openxmlformats-officedocument.presentationml.notesSlide+xml"/>
  <Override PartName="/ppt/theme/themeOverride12.xml" ContentType="application/vnd.openxmlformats-officedocument.themeOverride+xml"/>
  <Override PartName="/ppt/notesSlides/notesSlide12.xml" ContentType="application/vnd.openxmlformats-officedocument.presentationml.notesSlide+xml"/>
  <Override PartName="/ppt/theme/themeOverride13.xml" ContentType="application/vnd.openxmlformats-officedocument.themeOverride+xml"/>
  <Override PartName="/ppt/notesSlides/notesSlide13.xml" ContentType="application/vnd.openxmlformats-officedocument.presentationml.notesSlide+xml"/>
  <Override PartName="/ppt/theme/themeOverride14.xml" ContentType="application/vnd.openxmlformats-officedocument.themeOverride+xml"/>
  <Override PartName="/ppt/notesSlides/notesSlide14.xml" ContentType="application/vnd.openxmlformats-officedocument.presentationml.notesSlide+xml"/>
  <Override PartName="/ppt/theme/themeOverride15.xml" ContentType="application/vnd.openxmlformats-officedocument.themeOverride+xml"/>
  <Override PartName="/ppt/notesSlides/notesSlide15.xml" ContentType="application/vnd.openxmlformats-officedocument.presentationml.notesSlide+xml"/>
  <Override PartName="/ppt/theme/themeOverride16.xml" ContentType="application/vnd.openxmlformats-officedocument.themeOverride+xml"/>
  <Override PartName="/ppt/notesSlides/notesSlide16.xml" ContentType="application/vnd.openxmlformats-officedocument.presentationml.notesSlide+xml"/>
  <Override PartName="/ppt/theme/themeOverride17.xml" ContentType="application/vnd.openxmlformats-officedocument.themeOverride+xml"/>
  <Override PartName="/ppt/tags/tag4.xml" ContentType="application/vnd.openxmlformats-officedocument.presentationml.tags+xml"/>
  <Override PartName="/ppt/notesSlides/notesSlide17.xml" ContentType="application/vnd.openxmlformats-officedocument.presentationml.notesSlide+xml"/>
  <Override PartName="/ppt/theme/themeOverride18.xml" ContentType="application/vnd.openxmlformats-officedocument.themeOverride+xml"/>
  <Override PartName="/ppt/notesSlides/notesSlide18.xml" ContentType="application/vnd.openxmlformats-officedocument.presentationml.notesSlide+xml"/>
  <Override PartName="/ppt/theme/themeOverride19.xml" ContentType="application/vnd.openxmlformats-officedocument.themeOverride+xml"/>
  <Override PartName="/ppt/tags/tag5.xml" ContentType="application/vnd.openxmlformats-officedocument.presentationml.tags+xml"/>
  <Override PartName="/ppt/notesSlides/notesSlide19.xml" ContentType="application/vnd.openxmlformats-officedocument.presentationml.notesSlide+xml"/>
  <Override PartName="/ppt/theme/themeOverride20.xml" ContentType="application/vnd.openxmlformats-officedocument.themeOverride+xml"/>
  <Override PartName="/ppt/notesSlides/notesSlide20.xml" ContentType="application/vnd.openxmlformats-officedocument.presentationml.notesSlide+xml"/>
  <Override PartName="/ppt/theme/themeOverride21.xml" ContentType="application/vnd.openxmlformats-officedocument.themeOverride+xml"/>
  <Override PartName="/ppt/tags/tag6.xml" ContentType="application/vnd.openxmlformats-officedocument.presentationml.tags+xml"/>
  <Override PartName="/ppt/notesSlides/notesSlide21.xml" ContentType="application/vnd.openxmlformats-officedocument.presentationml.notesSlide+xml"/>
  <Override PartName="/ppt/theme/themeOverride22.xml" ContentType="application/vnd.openxmlformats-officedocument.themeOverride+xml"/>
  <Override PartName="/ppt/notesSlides/notesSlide22.xml" ContentType="application/vnd.openxmlformats-officedocument.presentationml.notesSlide+xml"/>
  <Override PartName="/ppt/theme/themeOverride23.xml" ContentType="application/vnd.openxmlformats-officedocument.themeOverr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2"/>
  </p:sldMasterIdLst>
  <p:notesMasterIdLst>
    <p:notesMasterId r:id="rId27"/>
  </p:notesMasterIdLst>
  <p:sldIdLst>
    <p:sldId id="346" r:id="rId3"/>
    <p:sldId id="348" r:id="rId4"/>
    <p:sldId id="347" r:id="rId5"/>
    <p:sldId id="349" r:id="rId6"/>
    <p:sldId id="350" r:id="rId7"/>
    <p:sldId id="351" r:id="rId8"/>
    <p:sldId id="352" r:id="rId9"/>
    <p:sldId id="353" r:id="rId10"/>
    <p:sldId id="354" r:id="rId11"/>
    <p:sldId id="296" r:id="rId12"/>
    <p:sldId id="312" r:id="rId13"/>
    <p:sldId id="358" r:id="rId14"/>
    <p:sldId id="279" r:id="rId15"/>
    <p:sldId id="309" r:id="rId16"/>
    <p:sldId id="361" r:id="rId17"/>
    <p:sldId id="273" r:id="rId18"/>
    <p:sldId id="371" r:id="rId19"/>
    <p:sldId id="363" r:id="rId20"/>
    <p:sldId id="374" r:id="rId21"/>
    <p:sldId id="373" r:id="rId22"/>
    <p:sldId id="372" r:id="rId23"/>
    <p:sldId id="370" r:id="rId24"/>
    <p:sldId id="282" r:id="rId25"/>
    <p:sldId id="377" r:id="rId26"/>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C1515"/>
    <a:srgbClr val="CB3737"/>
    <a:srgbClr val="6A005E"/>
    <a:srgbClr val="0B5AA8"/>
    <a:srgbClr val="006171"/>
    <a:srgbClr val="EEECE1"/>
    <a:srgbClr val="0097B0"/>
    <a:srgbClr val="6FD57F"/>
    <a:srgbClr val="8100FF"/>
    <a:srgbClr val="D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42" autoAdjust="0"/>
    <p:restoredTop sz="94660"/>
  </p:normalViewPr>
  <p:slideViewPr>
    <p:cSldViewPr snapToGrid="0">
      <p:cViewPr varScale="1">
        <p:scale>
          <a:sx n="82" d="100"/>
          <a:sy n="82" d="100"/>
        </p:scale>
        <p:origin x="80" y="336"/>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70A44A-4D38-48A7-9D7C-ECFC6DB5196B}" type="datetimeFigureOut">
              <a:rPr lang="zh-CN" altLang="en-US" smtClean="0"/>
              <a:t>2024/1/17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D9C11C-D04B-4B83-A5E8-D873315BDD39}"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ECE054B-68E7-45EF-8070-F21E5616883B}"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D9C11C-D04B-4B83-A5E8-D873315BDD39}" type="slidenum">
              <a:rPr lang="zh-CN" altLang="en-US" smtClean="0"/>
              <a:t>24</a:t>
            </a:fld>
            <a:endParaRPr lang="zh-CN" altLang="en-US"/>
          </a:p>
        </p:txBody>
      </p:sp>
    </p:spTree>
    <p:extLst>
      <p:ext uri="{BB962C8B-B14F-4D97-AF65-F5344CB8AC3E}">
        <p14:creationId xmlns:p14="http://schemas.microsoft.com/office/powerpoint/2010/main" val="15427251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EAA93BF-772A-4C92-B1DC-E6EFAA9B7E24}" type="datetimeFigureOut">
              <a:rPr lang="zh-CN" altLang="en-US" smtClean="0"/>
              <a:t>2024/1/17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77F9130-EB6A-4866-830C-2DB68EFB30B4}" type="slidenum">
              <a:rPr lang="zh-CN" altLang="en-US" smtClean="0"/>
              <a:t>‹#›</a:t>
            </a:fld>
            <a:endParaRPr lang="zh-CN" altLang="en-US"/>
          </a:p>
        </p:txBody>
      </p:sp>
      <p:sp>
        <p:nvSpPr>
          <p:cNvPr id="5" name="文本框 4">
            <a:extLst>
              <a:ext uri="{FF2B5EF4-FFF2-40B4-BE49-F238E27FC236}">
                <a16:creationId xmlns:a16="http://schemas.microsoft.com/office/drawing/2014/main" id="{EE360B2F-B883-42C3-804A-3A2B6FDA9534}"/>
              </a:ext>
            </a:extLst>
          </p:cNvPr>
          <p:cNvSpPr txBox="1"/>
          <p:nvPr userDrawn="1"/>
        </p:nvSpPr>
        <p:spPr>
          <a:xfrm>
            <a:off x="159385" y="6363081"/>
            <a:ext cx="2634615" cy="369332"/>
          </a:xfrm>
          <a:prstGeom prst="rect">
            <a:avLst/>
          </a:prstGeom>
          <a:noFill/>
        </p:spPr>
        <p:txBody>
          <a:bodyPr wrap="square">
            <a:spAutoFit/>
          </a:bodyPr>
          <a:lstStyle/>
          <a:p>
            <a:r>
              <a:rPr lang="zh-CN" altLang="en-US" sz="1800" b="1" dirty="0">
                <a:solidFill>
                  <a:schemeClr val="accent1"/>
                </a:solidFill>
                <a:latin typeface="华文行楷" panose="02010800040101010101" pitchFamily="2" charset="-122"/>
                <a:ea typeface="华文行楷" panose="02010800040101010101" pitchFamily="2" charset="-122"/>
              </a:rPr>
              <a:t>惟真求新 </a:t>
            </a:r>
            <a:endParaRPr lang="zh-CN" altLang="en-US" dirty="0">
              <a:solidFill>
                <a:schemeClr val="accent1"/>
              </a:solidFill>
            </a:endParaRPr>
          </a:p>
        </p:txBody>
      </p:sp>
      <p:pic>
        <p:nvPicPr>
          <p:cNvPr id="6" name="图片 5">
            <a:extLst>
              <a:ext uri="{FF2B5EF4-FFF2-40B4-BE49-F238E27FC236}">
                <a16:creationId xmlns:a16="http://schemas.microsoft.com/office/drawing/2014/main" id="{82C93148-040C-477B-81EA-38124A4FBAD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13853" y="718788"/>
            <a:ext cx="6164292" cy="1655107"/>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EAA93BF-772A-4C92-B1DC-E6EFAA9B7E24}" type="datetimeFigureOut">
              <a:rPr lang="zh-CN" altLang="en-US" smtClean="0"/>
              <a:t>2024/1/17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77F9130-EB6A-4866-830C-2DB68EFB30B4}" type="slidenum">
              <a:rPr lang="zh-CN" altLang="en-US" smtClean="0"/>
              <a:t>‹#›</a:t>
            </a:fld>
            <a:endParaRPr lang="zh-CN" altLang="en-US"/>
          </a:p>
        </p:txBody>
      </p:sp>
      <p:sp>
        <p:nvSpPr>
          <p:cNvPr id="7" name="文本框 6">
            <a:extLst>
              <a:ext uri="{FF2B5EF4-FFF2-40B4-BE49-F238E27FC236}">
                <a16:creationId xmlns:a16="http://schemas.microsoft.com/office/drawing/2014/main" id="{A06950E6-FDDC-45B5-8EE9-B153D1340894}"/>
              </a:ext>
            </a:extLst>
          </p:cNvPr>
          <p:cNvSpPr txBox="1"/>
          <p:nvPr userDrawn="1"/>
        </p:nvSpPr>
        <p:spPr>
          <a:xfrm>
            <a:off x="159385" y="6363081"/>
            <a:ext cx="2634615" cy="369332"/>
          </a:xfrm>
          <a:prstGeom prst="rect">
            <a:avLst/>
          </a:prstGeom>
          <a:noFill/>
        </p:spPr>
        <p:txBody>
          <a:bodyPr wrap="square">
            <a:spAutoFit/>
          </a:bodyPr>
          <a:lstStyle/>
          <a:p>
            <a:r>
              <a:rPr lang="zh-CN" altLang="en-US" sz="1800" b="1" dirty="0">
                <a:solidFill>
                  <a:schemeClr val="accent1"/>
                </a:solidFill>
                <a:latin typeface="华文行楷" panose="02010800040101010101" pitchFamily="2" charset="-122"/>
                <a:ea typeface="华文行楷" panose="02010800040101010101" pitchFamily="2" charset="-122"/>
              </a:rPr>
              <a:t>惟真求新 </a:t>
            </a:r>
            <a:endParaRPr lang="zh-CN" altLang="en-US" dirty="0">
              <a:solidFill>
                <a:schemeClr val="accent1"/>
              </a:solidFill>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4A00C2D1-52EA-48A4-AB83-83F509E4B89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a:off x="2093438" y="-287615"/>
            <a:ext cx="8005124" cy="8005124"/>
          </a:xfrm>
          <a:prstGeom prst="rect">
            <a:avLst/>
          </a:prstGeom>
        </p:spPr>
      </p:pic>
      <p:sp>
        <p:nvSpPr>
          <p:cNvPr id="2" name="标题 1">
            <a:extLst>
              <a:ext uri="{FF2B5EF4-FFF2-40B4-BE49-F238E27FC236}">
                <a16:creationId xmlns:a16="http://schemas.microsoft.com/office/drawing/2014/main" id="{BBF41C02-2D02-414D-A97B-2263C84AD8C4}"/>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C9201C13-7ECC-4767-AD82-CD219A2751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F40E8FC-A673-44FA-AF40-B176B1BB5EB1}"/>
              </a:ext>
            </a:extLst>
          </p:cNvPr>
          <p:cNvSpPr>
            <a:spLocks noGrp="1"/>
          </p:cNvSpPr>
          <p:nvPr>
            <p:ph type="dt" sz="half" idx="10"/>
          </p:nvPr>
        </p:nvSpPr>
        <p:spPr/>
        <p:txBody>
          <a:bodyPr/>
          <a:lstStyle/>
          <a:p>
            <a:fld id="{CCEC6AF6-5D85-4AD2-B3D4-79C8979C95DC}" type="datetimeFigureOut">
              <a:rPr lang="zh-CN" altLang="en-US" smtClean="0"/>
              <a:t>2024/1/17</a:t>
            </a:fld>
            <a:endParaRPr lang="zh-CN" altLang="en-US"/>
          </a:p>
        </p:txBody>
      </p:sp>
      <p:sp>
        <p:nvSpPr>
          <p:cNvPr id="5" name="页脚占位符 4">
            <a:extLst>
              <a:ext uri="{FF2B5EF4-FFF2-40B4-BE49-F238E27FC236}">
                <a16:creationId xmlns:a16="http://schemas.microsoft.com/office/drawing/2014/main" id="{E5D8905F-231C-4817-AC55-C59F644F6C1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08B5E92-0C68-446C-BCD7-6CA96EEA90AB}"/>
              </a:ext>
            </a:extLst>
          </p:cNvPr>
          <p:cNvSpPr>
            <a:spLocks noGrp="1"/>
          </p:cNvSpPr>
          <p:nvPr>
            <p:ph type="sldNum" sz="quarter" idx="12"/>
          </p:nvPr>
        </p:nvSpPr>
        <p:spPr/>
        <p:txBody>
          <a:bodyPr/>
          <a:lstStyle/>
          <a:p>
            <a:fld id="{02458C5B-8CE6-4851-AF6C-DED5A7E7A1A4}" type="slidenum">
              <a:rPr lang="zh-CN" altLang="en-US" smtClean="0"/>
              <a:t>‹#›</a:t>
            </a:fld>
            <a:endParaRPr lang="zh-CN" altLang="en-US"/>
          </a:p>
        </p:txBody>
      </p:sp>
      <p:sp>
        <p:nvSpPr>
          <p:cNvPr id="9" name="矩形 8">
            <a:extLst>
              <a:ext uri="{FF2B5EF4-FFF2-40B4-BE49-F238E27FC236}">
                <a16:creationId xmlns:a16="http://schemas.microsoft.com/office/drawing/2014/main" id="{5AA49440-47D7-40AC-A517-5E3BD13A5FF2}"/>
              </a:ext>
            </a:extLst>
          </p:cNvPr>
          <p:cNvSpPr/>
          <p:nvPr userDrawn="1"/>
        </p:nvSpPr>
        <p:spPr>
          <a:xfrm>
            <a:off x="-22934" y="0"/>
            <a:ext cx="12214934" cy="3616960"/>
          </a:xfrm>
          <a:prstGeom prst="rect">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8" name="图片 7">
            <a:extLst>
              <a:ext uri="{FF2B5EF4-FFF2-40B4-BE49-F238E27FC236}">
                <a16:creationId xmlns:a16="http://schemas.microsoft.com/office/drawing/2014/main" id="{1D4AFA84-305B-44CA-B081-04A32AF0FFE7}"/>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3079088" y="-87116"/>
            <a:ext cx="6033824" cy="3620296"/>
          </a:xfrm>
          <a:prstGeom prst="rect">
            <a:avLst/>
          </a:prstGeom>
        </p:spPr>
      </p:pic>
    </p:spTree>
    <p:extLst>
      <p:ext uri="{BB962C8B-B14F-4D97-AF65-F5344CB8AC3E}">
        <p14:creationId xmlns:p14="http://schemas.microsoft.com/office/powerpoint/2010/main" val="35340263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44"/>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548640" indent="0" algn="ctr">
              <a:buNone/>
              <a:defRPr>
                <a:solidFill>
                  <a:schemeClr val="tx1">
                    <a:tint val="75000"/>
                  </a:schemeClr>
                </a:solidFill>
              </a:defRPr>
            </a:lvl2pPr>
            <a:lvl3pPr marL="1096645" indent="0" algn="ctr">
              <a:buNone/>
              <a:defRPr>
                <a:solidFill>
                  <a:schemeClr val="tx1">
                    <a:tint val="75000"/>
                  </a:schemeClr>
                </a:solidFill>
              </a:defRPr>
            </a:lvl3pPr>
            <a:lvl4pPr marL="1645285" indent="0" algn="ctr">
              <a:buNone/>
              <a:defRPr>
                <a:solidFill>
                  <a:schemeClr val="tx1">
                    <a:tint val="75000"/>
                  </a:schemeClr>
                </a:solidFill>
              </a:defRPr>
            </a:lvl4pPr>
            <a:lvl5pPr marL="2193925" indent="0" algn="ctr">
              <a:buNone/>
              <a:defRPr>
                <a:solidFill>
                  <a:schemeClr val="tx1">
                    <a:tint val="75000"/>
                  </a:schemeClr>
                </a:solidFill>
              </a:defRPr>
            </a:lvl5pPr>
            <a:lvl6pPr marL="2742565" indent="0" algn="ctr">
              <a:buNone/>
              <a:defRPr>
                <a:solidFill>
                  <a:schemeClr val="tx1">
                    <a:tint val="75000"/>
                  </a:schemeClr>
                </a:solidFill>
              </a:defRPr>
            </a:lvl6pPr>
            <a:lvl7pPr marL="3290570" indent="0" algn="ctr">
              <a:buNone/>
              <a:defRPr>
                <a:solidFill>
                  <a:schemeClr val="tx1">
                    <a:tint val="75000"/>
                  </a:schemeClr>
                </a:solidFill>
              </a:defRPr>
            </a:lvl7pPr>
            <a:lvl8pPr marL="3839210" indent="0" algn="ctr">
              <a:buNone/>
              <a:defRPr>
                <a:solidFill>
                  <a:schemeClr val="tx1">
                    <a:tint val="75000"/>
                  </a:schemeClr>
                </a:solidFill>
              </a:defRPr>
            </a:lvl8pPr>
            <a:lvl9pPr marL="438785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2024/1/17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2024/1/17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9"/>
            <a:ext cx="10363200" cy="1362076"/>
          </a:xfrm>
        </p:spPr>
        <p:txBody>
          <a:bodyPr anchor="t"/>
          <a:lstStyle>
            <a:lvl1pPr algn="l">
              <a:defRPr sz="48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400">
                <a:solidFill>
                  <a:schemeClr val="tx1">
                    <a:tint val="75000"/>
                  </a:schemeClr>
                </a:solidFill>
              </a:defRPr>
            </a:lvl1pPr>
            <a:lvl2pPr marL="548640" indent="0">
              <a:buNone/>
              <a:defRPr sz="2160">
                <a:solidFill>
                  <a:schemeClr val="tx1">
                    <a:tint val="75000"/>
                  </a:schemeClr>
                </a:solidFill>
              </a:defRPr>
            </a:lvl2pPr>
            <a:lvl3pPr marL="1096645" indent="0">
              <a:buNone/>
              <a:defRPr sz="1920">
                <a:solidFill>
                  <a:schemeClr val="tx1">
                    <a:tint val="75000"/>
                  </a:schemeClr>
                </a:solidFill>
              </a:defRPr>
            </a:lvl3pPr>
            <a:lvl4pPr marL="1645285" indent="0">
              <a:buNone/>
              <a:defRPr sz="1680">
                <a:solidFill>
                  <a:schemeClr val="tx1">
                    <a:tint val="75000"/>
                  </a:schemeClr>
                </a:solidFill>
              </a:defRPr>
            </a:lvl4pPr>
            <a:lvl5pPr marL="2193925" indent="0">
              <a:buNone/>
              <a:defRPr sz="1680">
                <a:solidFill>
                  <a:schemeClr val="tx1">
                    <a:tint val="75000"/>
                  </a:schemeClr>
                </a:solidFill>
              </a:defRPr>
            </a:lvl5pPr>
            <a:lvl6pPr marL="2742565" indent="0">
              <a:buNone/>
              <a:defRPr sz="1680">
                <a:solidFill>
                  <a:schemeClr val="tx1">
                    <a:tint val="75000"/>
                  </a:schemeClr>
                </a:solidFill>
              </a:defRPr>
            </a:lvl6pPr>
            <a:lvl7pPr marL="3290570" indent="0">
              <a:buNone/>
              <a:defRPr sz="1680">
                <a:solidFill>
                  <a:schemeClr val="tx1">
                    <a:tint val="75000"/>
                  </a:schemeClr>
                </a:solidFill>
              </a:defRPr>
            </a:lvl7pPr>
            <a:lvl8pPr marL="3839210" indent="0">
              <a:buNone/>
              <a:defRPr sz="1680">
                <a:solidFill>
                  <a:schemeClr val="tx1">
                    <a:tint val="75000"/>
                  </a:schemeClr>
                </a:solidFill>
              </a:defRPr>
            </a:lvl8pPr>
            <a:lvl9pPr marL="4387850" indent="0">
              <a:buNone/>
              <a:defRPr sz="168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2024/1/17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0"/>
            <a:ext cx="5384800" cy="4525963"/>
          </a:xfrm>
        </p:spPr>
        <p:txBody>
          <a:bodyPr/>
          <a:lstStyle>
            <a:lvl1pPr>
              <a:defRPr sz="3360"/>
            </a:lvl1pPr>
            <a:lvl2pPr>
              <a:defRPr sz="2880"/>
            </a:lvl2pPr>
            <a:lvl3pPr>
              <a:defRPr sz="2400"/>
            </a:lvl3pPr>
            <a:lvl4pPr>
              <a:defRPr sz="2160"/>
            </a:lvl4pPr>
            <a:lvl5pPr>
              <a:defRPr sz="2160"/>
            </a:lvl5pPr>
            <a:lvl6pPr>
              <a:defRPr sz="2160"/>
            </a:lvl6pPr>
            <a:lvl7pPr>
              <a:defRPr sz="2160"/>
            </a:lvl7pPr>
            <a:lvl8pPr>
              <a:defRPr sz="2160"/>
            </a:lvl8pPr>
            <a:lvl9pPr>
              <a:defRPr sz="216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0"/>
            <a:ext cx="5384800" cy="4525963"/>
          </a:xfrm>
        </p:spPr>
        <p:txBody>
          <a:bodyPr/>
          <a:lstStyle>
            <a:lvl1pPr>
              <a:defRPr sz="3360"/>
            </a:lvl1pPr>
            <a:lvl2pPr>
              <a:defRPr sz="2880"/>
            </a:lvl2pPr>
            <a:lvl3pPr>
              <a:defRPr sz="2400"/>
            </a:lvl3pPr>
            <a:lvl4pPr>
              <a:defRPr sz="2160"/>
            </a:lvl4pPr>
            <a:lvl5pPr>
              <a:defRPr sz="2160"/>
            </a:lvl5pPr>
            <a:lvl6pPr>
              <a:defRPr sz="2160"/>
            </a:lvl6pPr>
            <a:lvl7pPr>
              <a:defRPr sz="2160"/>
            </a:lvl7pPr>
            <a:lvl8pPr>
              <a:defRPr sz="2160"/>
            </a:lvl8pPr>
            <a:lvl9pPr>
              <a:defRPr sz="216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2024/1/17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7"/>
            <a:ext cx="5386917" cy="639763"/>
          </a:xfrm>
        </p:spPr>
        <p:txBody>
          <a:bodyPr anchor="b"/>
          <a:lstStyle>
            <a:lvl1pPr marL="0" indent="0">
              <a:buNone/>
              <a:defRPr sz="2880" b="1"/>
            </a:lvl1pPr>
            <a:lvl2pPr marL="548640" indent="0">
              <a:buNone/>
              <a:defRPr sz="2400" b="1"/>
            </a:lvl2pPr>
            <a:lvl3pPr marL="1096645" indent="0">
              <a:buNone/>
              <a:defRPr sz="2160" b="1"/>
            </a:lvl3pPr>
            <a:lvl4pPr marL="1645285" indent="0">
              <a:buNone/>
              <a:defRPr sz="1920" b="1"/>
            </a:lvl4pPr>
            <a:lvl5pPr marL="2193925" indent="0">
              <a:buNone/>
              <a:defRPr sz="1920" b="1"/>
            </a:lvl5pPr>
            <a:lvl6pPr marL="2742565" indent="0">
              <a:buNone/>
              <a:defRPr sz="1920" b="1"/>
            </a:lvl6pPr>
            <a:lvl7pPr marL="3290570" indent="0">
              <a:buNone/>
              <a:defRPr sz="1920" b="1"/>
            </a:lvl7pPr>
            <a:lvl8pPr marL="3839210" indent="0">
              <a:buNone/>
              <a:defRPr sz="1920" b="1"/>
            </a:lvl8pPr>
            <a:lvl9pPr marL="4387850" indent="0">
              <a:buNone/>
              <a:defRPr sz="192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880"/>
            </a:lvl1pPr>
            <a:lvl2pPr>
              <a:defRPr sz="2400"/>
            </a:lvl2pPr>
            <a:lvl3pPr>
              <a:defRPr sz="2160"/>
            </a:lvl3pPr>
            <a:lvl4pPr>
              <a:defRPr sz="1920"/>
            </a:lvl4pPr>
            <a:lvl5pPr>
              <a:defRPr sz="1920"/>
            </a:lvl5pPr>
            <a:lvl6pPr>
              <a:defRPr sz="1920"/>
            </a:lvl6pPr>
            <a:lvl7pPr>
              <a:defRPr sz="1920"/>
            </a:lvl7pPr>
            <a:lvl8pPr>
              <a:defRPr sz="1920"/>
            </a:lvl8pPr>
            <a:lvl9pPr>
              <a:defRPr sz="192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89" y="1535117"/>
            <a:ext cx="5389033" cy="639763"/>
          </a:xfrm>
        </p:spPr>
        <p:txBody>
          <a:bodyPr anchor="b"/>
          <a:lstStyle>
            <a:lvl1pPr marL="0" indent="0">
              <a:buNone/>
              <a:defRPr sz="2880" b="1"/>
            </a:lvl1pPr>
            <a:lvl2pPr marL="548640" indent="0">
              <a:buNone/>
              <a:defRPr sz="2400" b="1"/>
            </a:lvl2pPr>
            <a:lvl3pPr marL="1096645" indent="0">
              <a:buNone/>
              <a:defRPr sz="2160" b="1"/>
            </a:lvl3pPr>
            <a:lvl4pPr marL="1645285" indent="0">
              <a:buNone/>
              <a:defRPr sz="1920" b="1"/>
            </a:lvl4pPr>
            <a:lvl5pPr marL="2193925" indent="0">
              <a:buNone/>
              <a:defRPr sz="1920" b="1"/>
            </a:lvl5pPr>
            <a:lvl6pPr marL="2742565" indent="0">
              <a:buNone/>
              <a:defRPr sz="1920" b="1"/>
            </a:lvl6pPr>
            <a:lvl7pPr marL="3290570" indent="0">
              <a:buNone/>
              <a:defRPr sz="1920" b="1"/>
            </a:lvl7pPr>
            <a:lvl8pPr marL="3839210" indent="0">
              <a:buNone/>
              <a:defRPr sz="1920" b="1"/>
            </a:lvl8pPr>
            <a:lvl9pPr marL="4387850" indent="0">
              <a:buNone/>
              <a:defRPr sz="1920" b="1"/>
            </a:lvl9pPr>
          </a:lstStyle>
          <a:p>
            <a:pPr lvl="0"/>
            <a:r>
              <a:rPr lang="zh-CN" altLang="en-US"/>
              <a:t>单击此处编辑母版文本样式</a:t>
            </a:r>
          </a:p>
        </p:txBody>
      </p:sp>
      <p:sp>
        <p:nvSpPr>
          <p:cNvPr id="6" name="内容占位符 5"/>
          <p:cNvSpPr>
            <a:spLocks noGrp="1"/>
          </p:cNvSpPr>
          <p:nvPr>
            <p:ph sz="quarter" idx="4"/>
          </p:nvPr>
        </p:nvSpPr>
        <p:spPr>
          <a:xfrm>
            <a:off x="6193389" y="2174875"/>
            <a:ext cx="5389033" cy="3951288"/>
          </a:xfrm>
        </p:spPr>
        <p:txBody>
          <a:bodyPr/>
          <a:lstStyle>
            <a:lvl1pPr>
              <a:defRPr sz="2880"/>
            </a:lvl1pPr>
            <a:lvl2pPr>
              <a:defRPr sz="2400"/>
            </a:lvl2pPr>
            <a:lvl3pPr>
              <a:defRPr sz="2160"/>
            </a:lvl3pPr>
            <a:lvl4pPr>
              <a:defRPr sz="1920"/>
            </a:lvl4pPr>
            <a:lvl5pPr>
              <a:defRPr sz="1920"/>
            </a:lvl5pPr>
            <a:lvl6pPr>
              <a:defRPr sz="1920"/>
            </a:lvl6pPr>
            <a:lvl7pPr>
              <a:defRPr sz="1920"/>
            </a:lvl7pPr>
            <a:lvl8pPr>
              <a:defRPr sz="1920"/>
            </a:lvl8pPr>
            <a:lvl9pPr>
              <a:defRPr sz="192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2024/1/17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2024/1/17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2024/1/17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5" name="文本框 4">
            <a:extLst>
              <a:ext uri="{FF2B5EF4-FFF2-40B4-BE49-F238E27FC236}">
                <a16:creationId xmlns:a16="http://schemas.microsoft.com/office/drawing/2014/main" id="{74B516C8-3EE8-4D01-BAA5-14D0CFACB39C}"/>
              </a:ext>
            </a:extLst>
          </p:cNvPr>
          <p:cNvSpPr txBox="1"/>
          <p:nvPr userDrawn="1"/>
        </p:nvSpPr>
        <p:spPr>
          <a:xfrm>
            <a:off x="159385" y="6363081"/>
            <a:ext cx="2634615" cy="369332"/>
          </a:xfrm>
          <a:prstGeom prst="rect">
            <a:avLst/>
          </a:prstGeom>
          <a:noFill/>
        </p:spPr>
        <p:txBody>
          <a:bodyPr wrap="square">
            <a:spAutoFit/>
          </a:bodyPr>
          <a:lstStyle/>
          <a:p>
            <a:r>
              <a:rPr lang="zh-CN" altLang="en-US" sz="1800" b="1" dirty="0">
                <a:solidFill>
                  <a:schemeClr val="accent1"/>
                </a:solidFill>
                <a:latin typeface="华文行楷" panose="02010800040101010101" pitchFamily="2" charset="-122"/>
                <a:ea typeface="华文行楷" panose="02010800040101010101" pitchFamily="2" charset="-122"/>
              </a:rPr>
              <a:t>惟真求新 </a:t>
            </a:r>
            <a:endParaRPr lang="zh-CN" altLang="en-US" dirty="0">
              <a:solidFill>
                <a:schemeClr val="accent1"/>
              </a:solidFill>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3" y="273051"/>
            <a:ext cx="4011084" cy="1162051"/>
          </a:xfrm>
        </p:spPr>
        <p:txBody>
          <a:bodyPr anchor="b"/>
          <a:lstStyle>
            <a:lvl1pPr algn="l">
              <a:defRPr sz="2400" b="1"/>
            </a:lvl1pPr>
          </a:lstStyle>
          <a:p>
            <a:r>
              <a:rPr lang="zh-CN" altLang="en-US"/>
              <a:t>单击此处编辑母版标题样式</a:t>
            </a:r>
          </a:p>
        </p:txBody>
      </p:sp>
      <p:sp>
        <p:nvSpPr>
          <p:cNvPr id="3" name="内容占位符 2"/>
          <p:cNvSpPr>
            <a:spLocks noGrp="1"/>
          </p:cNvSpPr>
          <p:nvPr>
            <p:ph idx="1"/>
          </p:nvPr>
        </p:nvSpPr>
        <p:spPr>
          <a:xfrm>
            <a:off x="4766733" y="273054"/>
            <a:ext cx="6815667" cy="5853113"/>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3" y="1435104"/>
            <a:ext cx="4011084" cy="4691063"/>
          </a:xfrm>
        </p:spPr>
        <p:txBody>
          <a:bodyPr/>
          <a:lstStyle>
            <a:lvl1pPr marL="0" indent="0">
              <a:buNone/>
              <a:defRPr sz="1680"/>
            </a:lvl1pPr>
            <a:lvl2pPr marL="548640" indent="0">
              <a:buNone/>
              <a:defRPr sz="1440"/>
            </a:lvl2pPr>
            <a:lvl3pPr marL="1096645" indent="0">
              <a:buNone/>
              <a:defRPr sz="1200"/>
            </a:lvl3pPr>
            <a:lvl4pPr marL="1645285" indent="0">
              <a:buNone/>
              <a:defRPr sz="1080"/>
            </a:lvl4pPr>
            <a:lvl5pPr marL="2193925" indent="0">
              <a:buNone/>
              <a:defRPr sz="1080"/>
            </a:lvl5pPr>
            <a:lvl6pPr marL="2742565" indent="0">
              <a:buNone/>
              <a:defRPr sz="1080"/>
            </a:lvl6pPr>
            <a:lvl7pPr marL="3290570" indent="0">
              <a:buNone/>
              <a:defRPr sz="1080"/>
            </a:lvl7pPr>
            <a:lvl8pPr marL="3839210" indent="0">
              <a:buNone/>
              <a:defRPr sz="1080"/>
            </a:lvl8pPr>
            <a:lvl9pPr marL="4387850" indent="0">
              <a:buNone/>
              <a:defRPr sz="108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2024/1/17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4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840"/>
            </a:lvl1pPr>
            <a:lvl2pPr marL="548640" indent="0">
              <a:buNone/>
              <a:defRPr sz="3360"/>
            </a:lvl2pPr>
            <a:lvl3pPr marL="1096645" indent="0">
              <a:buNone/>
              <a:defRPr sz="2880"/>
            </a:lvl3pPr>
            <a:lvl4pPr marL="1645285" indent="0">
              <a:buNone/>
              <a:defRPr sz="2400"/>
            </a:lvl4pPr>
            <a:lvl5pPr marL="2193925" indent="0">
              <a:buNone/>
              <a:defRPr sz="2400"/>
            </a:lvl5pPr>
            <a:lvl6pPr marL="2742565" indent="0">
              <a:buNone/>
              <a:defRPr sz="2400"/>
            </a:lvl6pPr>
            <a:lvl7pPr marL="3290570" indent="0">
              <a:buNone/>
              <a:defRPr sz="2400"/>
            </a:lvl7pPr>
            <a:lvl8pPr marL="3839210" indent="0">
              <a:buNone/>
              <a:defRPr sz="2400"/>
            </a:lvl8pPr>
            <a:lvl9pPr marL="4387850" indent="0">
              <a:buNone/>
              <a:defRPr sz="24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680"/>
            </a:lvl1pPr>
            <a:lvl2pPr marL="548640" indent="0">
              <a:buNone/>
              <a:defRPr sz="1440"/>
            </a:lvl2pPr>
            <a:lvl3pPr marL="1096645" indent="0">
              <a:buNone/>
              <a:defRPr sz="1200"/>
            </a:lvl3pPr>
            <a:lvl4pPr marL="1645285" indent="0">
              <a:buNone/>
              <a:defRPr sz="1080"/>
            </a:lvl4pPr>
            <a:lvl5pPr marL="2193925" indent="0">
              <a:buNone/>
              <a:defRPr sz="1080"/>
            </a:lvl5pPr>
            <a:lvl6pPr marL="2742565" indent="0">
              <a:buNone/>
              <a:defRPr sz="1080"/>
            </a:lvl6pPr>
            <a:lvl7pPr marL="3290570" indent="0">
              <a:buNone/>
              <a:defRPr sz="1080"/>
            </a:lvl7pPr>
            <a:lvl8pPr marL="3839210" indent="0">
              <a:buNone/>
              <a:defRPr sz="1080"/>
            </a:lvl8pPr>
            <a:lvl9pPr marL="4387850" indent="0">
              <a:buNone/>
              <a:defRPr sz="108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2024/1/17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2024/1/17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4"/>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44"/>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2024/1/17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EC295926-3990-4CDE-B4DE-934157FCAB66}" type="slidenum">
              <a:rPr lang="en-US" smtClean="0">
                <a:solidFill>
                  <a:srgbClr val="FFFFFF">
                    <a:lumMod val="75000"/>
                    <a:alpha val="85000"/>
                  </a:srgbClr>
                </a:solidFill>
              </a:rPr>
              <a:t>‹#›</a:t>
            </a:fld>
            <a:endParaRPr lang="en-US" dirty="0">
              <a:solidFill>
                <a:srgbClr val="FFFFFF">
                  <a:lumMod val="75000"/>
                  <a:alpha val="85000"/>
                </a:srgbClr>
              </a:solidFill>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p>
        </p:txBody>
      </p:sp>
      <p:sp>
        <p:nvSpPr>
          <p:cNvPr id="3" name="日期占位符 2"/>
          <p:cNvSpPr>
            <a:spLocks noGrp="1"/>
          </p:cNvSpPr>
          <p:nvPr>
            <p:ph type="dt" sz="half" idx="10"/>
          </p:nvPr>
        </p:nvSpPr>
        <p:spPr>
          <a:xfrm>
            <a:off x="838200" y="6356360"/>
            <a:ext cx="2743200" cy="365125"/>
          </a:xfrm>
        </p:spPr>
        <p:txBody>
          <a:bodyPr/>
          <a:lstStyle>
            <a:lvl1pPr>
              <a:defRPr/>
            </a:lvl1pPr>
          </a:lstStyle>
          <a:p>
            <a:fld id="{CD21E796-F371-46FE-9DFB-C441527A35E0}" type="datetime1">
              <a:rPr lang="zh-CN" altLang="en-US"/>
              <a:t>2024/1/17</a:t>
            </a:fld>
            <a:endParaRPr lang="zh-CN" altLang="en-US" sz="1680">
              <a:solidFill>
                <a:schemeClr val="tx1"/>
              </a:solidFill>
            </a:endParaRPr>
          </a:p>
        </p:txBody>
      </p:sp>
      <p:sp>
        <p:nvSpPr>
          <p:cNvPr id="4" name="页脚占位符 3"/>
          <p:cNvSpPr>
            <a:spLocks noGrp="1"/>
          </p:cNvSpPr>
          <p:nvPr>
            <p:ph type="ftr" sz="quarter" idx="11"/>
          </p:nvPr>
        </p:nvSpPr>
        <p:spPr>
          <a:xfrm>
            <a:off x="4038600" y="6356360"/>
            <a:ext cx="4114800" cy="365125"/>
          </a:xfrm>
        </p:spPr>
        <p:txBody>
          <a:bodyPr/>
          <a:lstStyle>
            <a:lvl1pPr>
              <a:defRPr/>
            </a:lvl1pPr>
          </a:lstStyle>
          <a:p>
            <a:endParaRPr lang="zh-CN" altLang="zh-CN"/>
          </a:p>
        </p:txBody>
      </p:sp>
      <p:sp>
        <p:nvSpPr>
          <p:cNvPr id="5" name="灯片编号占位符 4"/>
          <p:cNvSpPr>
            <a:spLocks noGrp="1"/>
          </p:cNvSpPr>
          <p:nvPr>
            <p:ph type="sldNum" sz="quarter" idx="12"/>
          </p:nvPr>
        </p:nvSpPr>
        <p:spPr>
          <a:xfrm>
            <a:off x="8610600" y="6356360"/>
            <a:ext cx="2743200" cy="365125"/>
          </a:xfrm>
        </p:spPr>
        <p:txBody>
          <a:bodyPr/>
          <a:lstStyle>
            <a:lvl1pPr>
              <a:defRPr/>
            </a:lvl1pPr>
          </a:lstStyle>
          <a:p>
            <a:fld id="{3F6F2044-B2A5-4D81-A2D6-A754D1FE24D3}" type="slidenum">
              <a:rPr lang="zh-CN" altLang="en-US"/>
              <a:t>‹#›</a:t>
            </a:fld>
            <a:endParaRPr lang="zh-CN" altLang="en-US" sz="1680">
              <a:solidFill>
                <a:schemeClr val="tx1"/>
              </a:solidFill>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slideLayout" Target="../slideLayouts/slideLayout16.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AA93BF-772A-4C92-B1DC-E6EFAA9B7E24}" type="datetimeFigureOut">
              <a:rPr lang="zh-CN" altLang="en-US" smtClean="0"/>
              <a:t>2024/1/17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7F9130-EB6A-4866-830C-2DB68EFB30B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65" r:id="rId3"/>
  </p:sldLayoutIdLst>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7"/>
            <a:ext cx="10972800" cy="1143000"/>
          </a:xfrm>
          <a:prstGeom prst="rect">
            <a:avLst/>
          </a:prstGeom>
        </p:spPr>
        <p:txBody>
          <a:bodyPr vert="horz" lIns="91411" tIns="45704" rIns="91411" bIns="45704"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11" tIns="45704" rIns="91411" bIns="45704"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65"/>
            <a:ext cx="2844800" cy="365125"/>
          </a:xfrm>
          <a:prstGeom prst="rect">
            <a:avLst/>
          </a:prstGeom>
        </p:spPr>
        <p:txBody>
          <a:bodyPr vert="horz" lIns="91411" tIns="45704" rIns="91411" bIns="45704" rtlCol="0" anchor="ctr"/>
          <a:lstStyle>
            <a:lvl1pPr algn="l">
              <a:defRPr sz="1440">
                <a:solidFill>
                  <a:schemeClr val="tx1">
                    <a:tint val="75000"/>
                  </a:schemeClr>
                </a:solidFill>
              </a:defRPr>
            </a:lvl1pPr>
          </a:lstStyle>
          <a:p>
            <a:fld id="{530820CF-B880-4189-942D-D702A7CBA730}" type="datetimeFigureOut">
              <a:rPr lang="zh-CN" altLang="en-US" smtClean="0"/>
              <a:t>2024/1/17</a:t>
            </a:fld>
            <a:endParaRPr lang="zh-CN" altLang="en-US"/>
          </a:p>
        </p:txBody>
      </p:sp>
      <p:sp>
        <p:nvSpPr>
          <p:cNvPr id="5" name="页脚占位符 4"/>
          <p:cNvSpPr>
            <a:spLocks noGrp="1"/>
          </p:cNvSpPr>
          <p:nvPr>
            <p:ph type="ftr" sz="quarter" idx="3"/>
          </p:nvPr>
        </p:nvSpPr>
        <p:spPr>
          <a:xfrm>
            <a:off x="4165600" y="6356365"/>
            <a:ext cx="3860800" cy="365125"/>
          </a:xfrm>
          <a:prstGeom prst="rect">
            <a:avLst/>
          </a:prstGeom>
        </p:spPr>
        <p:txBody>
          <a:bodyPr vert="horz" lIns="91411" tIns="45704" rIns="91411" bIns="45704" rtlCol="0" anchor="ctr"/>
          <a:lstStyle>
            <a:lvl1pPr algn="ctr">
              <a:defRPr sz="144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65"/>
            <a:ext cx="2844800" cy="365125"/>
          </a:xfrm>
          <a:prstGeom prst="rect">
            <a:avLst/>
          </a:prstGeom>
        </p:spPr>
        <p:txBody>
          <a:bodyPr vert="horz" lIns="91411" tIns="45704" rIns="91411" bIns="45704" rtlCol="0" anchor="ctr"/>
          <a:lstStyle>
            <a:lvl1pPr algn="r">
              <a:defRPr sz="144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Lst>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txStyles>
    <p:titleStyle>
      <a:lvl1pPr algn="ctr" defTabSz="1096645" rtl="0" eaLnBrk="1" latinLnBrk="0" hangingPunct="1">
        <a:spcBef>
          <a:spcPct val="0"/>
        </a:spcBef>
        <a:buNone/>
        <a:defRPr sz="5280" kern="1200">
          <a:solidFill>
            <a:schemeClr val="tx1"/>
          </a:solidFill>
          <a:latin typeface="+mj-lt"/>
          <a:ea typeface="+mj-ea"/>
          <a:cs typeface="+mj-cs"/>
        </a:defRPr>
      </a:lvl1pPr>
    </p:titleStyle>
    <p:bodyStyle>
      <a:lvl1pPr marL="411480" indent="-411480" algn="l" defTabSz="1096645" rtl="0" eaLnBrk="1" latinLnBrk="0" hangingPunct="1">
        <a:spcBef>
          <a:spcPct val="20000"/>
        </a:spcBef>
        <a:buFont typeface="Arial" panose="020B0604020202020204" pitchFamily="34" charset="0"/>
        <a:buChar char="•"/>
        <a:defRPr sz="3840" kern="1200">
          <a:solidFill>
            <a:schemeClr val="tx1"/>
          </a:solidFill>
          <a:latin typeface="+mn-lt"/>
          <a:ea typeface="+mn-ea"/>
          <a:cs typeface="+mn-cs"/>
        </a:defRPr>
      </a:lvl1pPr>
      <a:lvl2pPr marL="891540" indent="-342900" algn="l" defTabSz="1096645" rtl="0" eaLnBrk="1" latinLnBrk="0" hangingPunct="1">
        <a:spcBef>
          <a:spcPct val="20000"/>
        </a:spcBef>
        <a:buFont typeface="Arial" panose="020B0604020202020204" pitchFamily="34" charset="0"/>
        <a:buChar char="–"/>
        <a:defRPr sz="3360" kern="1200">
          <a:solidFill>
            <a:schemeClr val="tx1"/>
          </a:solidFill>
          <a:latin typeface="+mn-lt"/>
          <a:ea typeface="+mn-ea"/>
          <a:cs typeface="+mn-cs"/>
        </a:defRPr>
      </a:lvl2pPr>
      <a:lvl3pPr marL="1370965" indent="-274320" algn="l" defTabSz="1096645" rtl="0" eaLnBrk="1" latinLnBrk="0" hangingPunct="1">
        <a:spcBef>
          <a:spcPct val="20000"/>
        </a:spcBef>
        <a:buFont typeface="Arial" panose="020B0604020202020204" pitchFamily="34" charset="0"/>
        <a:buChar char="•"/>
        <a:defRPr sz="2880" kern="1200">
          <a:solidFill>
            <a:schemeClr val="tx1"/>
          </a:solidFill>
          <a:latin typeface="+mn-lt"/>
          <a:ea typeface="+mn-ea"/>
          <a:cs typeface="+mn-cs"/>
        </a:defRPr>
      </a:lvl3pPr>
      <a:lvl4pPr marL="1919605" indent="-274320" algn="l" defTabSz="109664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4pPr>
      <a:lvl5pPr marL="2468245" indent="-274320" algn="l" defTabSz="109664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5pPr>
      <a:lvl6pPr marL="3016250" indent="-274320" algn="l" defTabSz="109664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6pPr>
      <a:lvl7pPr marL="3564890" indent="-274320" algn="l" defTabSz="109664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7pPr>
      <a:lvl8pPr marL="4113530" indent="-274320" algn="l" defTabSz="109664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8pPr>
      <a:lvl9pPr marL="4662170" indent="-274320" algn="l" defTabSz="109664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096645" rtl="0" eaLnBrk="1" latinLnBrk="0" hangingPunct="1">
        <a:defRPr sz="2160" kern="1200">
          <a:solidFill>
            <a:schemeClr val="tx1"/>
          </a:solidFill>
          <a:latin typeface="+mn-lt"/>
          <a:ea typeface="+mn-ea"/>
          <a:cs typeface="+mn-cs"/>
        </a:defRPr>
      </a:lvl1pPr>
      <a:lvl2pPr marL="548640" algn="l" defTabSz="1096645" rtl="0" eaLnBrk="1" latinLnBrk="0" hangingPunct="1">
        <a:defRPr sz="2160" kern="1200">
          <a:solidFill>
            <a:schemeClr val="tx1"/>
          </a:solidFill>
          <a:latin typeface="+mn-lt"/>
          <a:ea typeface="+mn-ea"/>
          <a:cs typeface="+mn-cs"/>
        </a:defRPr>
      </a:lvl2pPr>
      <a:lvl3pPr marL="1096645" algn="l" defTabSz="1096645" rtl="0" eaLnBrk="1" latinLnBrk="0" hangingPunct="1">
        <a:defRPr sz="2160" kern="1200">
          <a:solidFill>
            <a:schemeClr val="tx1"/>
          </a:solidFill>
          <a:latin typeface="+mn-lt"/>
          <a:ea typeface="+mn-ea"/>
          <a:cs typeface="+mn-cs"/>
        </a:defRPr>
      </a:lvl3pPr>
      <a:lvl4pPr marL="1645285" algn="l" defTabSz="1096645" rtl="0" eaLnBrk="1" latinLnBrk="0" hangingPunct="1">
        <a:defRPr sz="2160" kern="1200">
          <a:solidFill>
            <a:schemeClr val="tx1"/>
          </a:solidFill>
          <a:latin typeface="+mn-lt"/>
          <a:ea typeface="+mn-ea"/>
          <a:cs typeface="+mn-cs"/>
        </a:defRPr>
      </a:lvl4pPr>
      <a:lvl5pPr marL="2193925" algn="l" defTabSz="1096645" rtl="0" eaLnBrk="1" latinLnBrk="0" hangingPunct="1">
        <a:defRPr sz="2160" kern="1200">
          <a:solidFill>
            <a:schemeClr val="tx1"/>
          </a:solidFill>
          <a:latin typeface="+mn-lt"/>
          <a:ea typeface="+mn-ea"/>
          <a:cs typeface="+mn-cs"/>
        </a:defRPr>
      </a:lvl5pPr>
      <a:lvl6pPr marL="2742565" algn="l" defTabSz="1096645" rtl="0" eaLnBrk="1" latinLnBrk="0" hangingPunct="1">
        <a:defRPr sz="2160" kern="1200">
          <a:solidFill>
            <a:schemeClr val="tx1"/>
          </a:solidFill>
          <a:latin typeface="+mn-lt"/>
          <a:ea typeface="+mn-ea"/>
          <a:cs typeface="+mn-cs"/>
        </a:defRPr>
      </a:lvl6pPr>
      <a:lvl7pPr marL="3290570" algn="l" defTabSz="1096645" rtl="0" eaLnBrk="1" latinLnBrk="0" hangingPunct="1">
        <a:defRPr sz="2160" kern="1200">
          <a:solidFill>
            <a:schemeClr val="tx1"/>
          </a:solidFill>
          <a:latin typeface="+mn-lt"/>
          <a:ea typeface="+mn-ea"/>
          <a:cs typeface="+mn-cs"/>
        </a:defRPr>
      </a:lvl7pPr>
      <a:lvl8pPr marL="3839210" algn="l" defTabSz="1096645" rtl="0" eaLnBrk="1" latinLnBrk="0" hangingPunct="1">
        <a:defRPr sz="2160" kern="1200">
          <a:solidFill>
            <a:schemeClr val="tx1"/>
          </a:solidFill>
          <a:latin typeface="+mn-lt"/>
          <a:ea typeface="+mn-ea"/>
          <a:cs typeface="+mn-cs"/>
        </a:defRPr>
      </a:lvl8pPr>
      <a:lvl9pPr marL="4387850" algn="l" defTabSz="1096645"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hemeOverride" Target="../theme/themeOverride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hemeOverride" Target="../theme/themeOverride2.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hemeOverride" Target="../theme/themeOverride4.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hemeOverride" Target="../theme/themeOverride5.xml"/><Relationship Id="rId5" Type="http://schemas.openxmlformats.org/officeDocument/2006/relationships/image" Target="../media/image8.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themeOverride" Target="../theme/themeOverride6.xml"/><Relationship Id="rId5" Type="http://schemas.openxmlformats.org/officeDocument/2006/relationships/image" Target="../media/image8.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hemeOverride" Target="../theme/themeOverride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themeOverride" Target="../theme/themeOverride8.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hemeOverride" Target="../theme/themeOverride9.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0.xml"/><Relationship Id="rId1" Type="http://schemas.openxmlformats.org/officeDocument/2006/relationships/themeOverride" Target="../theme/themeOverride10.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6.xml"/><Relationship Id="rId1" Type="http://schemas.openxmlformats.org/officeDocument/2006/relationships/themeOverride" Target="../theme/themeOverride1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themeOverride" Target="../theme/themeOverride1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0.xml"/><Relationship Id="rId1" Type="http://schemas.openxmlformats.org/officeDocument/2006/relationships/themeOverride" Target="../theme/themeOverride13.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12.png"/><Relationship Id="rId2" Type="http://schemas.openxmlformats.org/officeDocument/2006/relationships/slideLayout" Target="../slideLayouts/slideLayout16.xml"/><Relationship Id="rId1" Type="http://schemas.openxmlformats.org/officeDocument/2006/relationships/themeOverride" Target="../theme/themeOverride14.xml"/><Relationship Id="rId6" Type="http://schemas.openxmlformats.org/officeDocument/2006/relationships/image" Target="../media/image11.png"/><Relationship Id="rId5" Type="http://schemas.openxmlformats.org/officeDocument/2006/relationships/image" Target="../media/image8.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themeOverride" Target="../theme/themeOverride1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0.xml"/><Relationship Id="rId1" Type="http://schemas.openxmlformats.org/officeDocument/2006/relationships/themeOverride" Target="../theme/themeOverride16.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hemeOverride" Target="../theme/themeOverride17.xml"/><Relationship Id="rId5" Type="http://schemas.openxmlformats.org/officeDocument/2006/relationships/image" Target="../media/image8.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themeOverride" Target="../theme/themeOverride1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xml"/><Relationship Id="rId1" Type="http://schemas.openxmlformats.org/officeDocument/2006/relationships/themeOverride" Target="../theme/themeOverride19.xml"/><Relationship Id="rId5" Type="http://schemas.openxmlformats.org/officeDocument/2006/relationships/image" Target="../media/image8.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hemeOverride" Target="../theme/themeOverride20.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xml"/><Relationship Id="rId1" Type="http://schemas.openxmlformats.org/officeDocument/2006/relationships/themeOverride" Target="../theme/themeOverride21.xml"/><Relationship Id="rId5" Type="http://schemas.openxmlformats.org/officeDocument/2006/relationships/image" Target="../media/image8.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9.xml"/><Relationship Id="rId1" Type="http://schemas.openxmlformats.org/officeDocument/2006/relationships/themeOverride" Target="../theme/themeOverride2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15.xml"/><Relationship Id="rId1" Type="http://schemas.openxmlformats.org/officeDocument/2006/relationships/themeOverride" Target="../theme/themeOverride23.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20">
          <a:fgClr>
            <a:schemeClr val="accent4">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4" name="矩形 3"/>
          <p:cNvSpPr/>
          <p:nvPr/>
        </p:nvSpPr>
        <p:spPr>
          <a:xfrm>
            <a:off x="0" y="2301729"/>
            <a:ext cx="12192000" cy="3298971"/>
          </a:xfrm>
          <a:prstGeom prst="rect">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 name="文本框 4"/>
          <p:cNvSpPr txBox="1"/>
          <p:nvPr/>
        </p:nvSpPr>
        <p:spPr>
          <a:xfrm>
            <a:off x="1152690" y="2811398"/>
            <a:ext cx="9886617" cy="1107996"/>
          </a:xfrm>
          <a:prstGeom prst="rect">
            <a:avLst/>
          </a:prstGeom>
          <a:noFill/>
        </p:spPr>
        <p:txBody>
          <a:bodyPr wrap="square" rtlCol="0">
            <a:spAutoFit/>
          </a:bodyPr>
          <a:lstStyle/>
          <a:p>
            <a:pPr algn="ctr"/>
            <a:r>
              <a:rPr lang="zh-CN" altLang="en-US" sz="6600" b="1" spc="-3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山东科技大学答辩</a:t>
            </a:r>
            <a:r>
              <a:rPr lang="en-US" altLang="zh-CN" sz="6600" b="1" spc="-3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PPT</a:t>
            </a:r>
            <a:r>
              <a:rPr lang="zh-CN" altLang="en-US" sz="6600" b="1" spc="-3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模板</a:t>
            </a:r>
          </a:p>
        </p:txBody>
      </p:sp>
      <p:sp>
        <p:nvSpPr>
          <p:cNvPr id="6" name="文本框 5"/>
          <p:cNvSpPr txBox="1"/>
          <p:nvPr/>
        </p:nvSpPr>
        <p:spPr>
          <a:xfrm>
            <a:off x="4830287" y="4759051"/>
            <a:ext cx="3060700" cy="369332"/>
          </a:xfrm>
          <a:prstGeom prst="rect">
            <a:avLst/>
          </a:prstGeom>
          <a:noFill/>
        </p:spPr>
        <p:txBody>
          <a:bodyPr wrap="square" rtlCol="0">
            <a:spAutoFit/>
          </a:bodyPr>
          <a:lstStyle/>
          <a:p>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您的学院</a:t>
            </a:r>
            <a:r>
              <a:rPr lang="en-US" altLang="zh-CN"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a:t>
            </a:r>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专业</a:t>
            </a:r>
            <a:r>
              <a:rPr lang="en-US" altLang="zh-CN"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a:t>
            </a:r>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姓名</a:t>
            </a:r>
          </a:p>
        </p:txBody>
      </p:sp>
      <p:sp>
        <p:nvSpPr>
          <p:cNvPr id="7" name="文本框 6"/>
          <p:cNvSpPr txBox="1"/>
          <p:nvPr/>
        </p:nvSpPr>
        <p:spPr>
          <a:xfrm>
            <a:off x="4775200" y="4286734"/>
            <a:ext cx="3022600" cy="369332"/>
          </a:xfrm>
          <a:prstGeom prst="rect">
            <a:avLst/>
          </a:prstGeom>
          <a:noFill/>
        </p:spPr>
        <p:txBody>
          <a:bodyPr wrap="square" rtlCol="0">
            <a:spAutoFit/>
          </a:bodyPr>
          <a:lstStyle/>
          <a:p>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指导老师  ：山科球知道</a:t>
            </a:r>
          </a:p>
        </p:txBody>
      </p:sp>
      <p:sp>
        <p:nvSpPr>
          <p:cNvPr id="16" name="文本框 15">
            <a:extLst>
              <a:ext uri="{FF2B5EF4-FFF2-40B4-BE49-F238E27FC236}">
                <a16:creationId xmlns:a16="http://schemas.microsoft.com/office/drawing/2014/main" id="{EFF8821D-969F-4C9C-B1D2-8EBBD1502544}"/>
              </a:ext>
            </a:extLst>
          </p:cNvPr>
          <p:cNvSpPr txBox="1"/>
          <p:nvPr/>
        </p:nvSpPr>
        <p:spPr>
          <a:xfrm>
            <a:off x="4411885" y="5904168"/>
            <a:ext cx="3368230" cy="604076"/>
          </a:xfrm>
          <a:prstGeom prst="rect">
            <a:avLst/>
          </a:prstGeom>
          <a:noFill/>
        </p:spPr>
        <p:txBody>
          <a:bodyPr wrap="none" rtlCol="0">
            <a:spAutoFit/>
          </a:bodyPr>
          <a:lstStyle/>
          <a:p>
            <a:pPr algn="ctr">
              <a:lnSpc>
                <a:spcPct val="126000"/>
              </a:lnSpc>
            </a:pPr>
            <a:r>
              <a:rPr lang="en-US" altLang="zh-CN" sz="2800" b="1" dirty="0">
                <a:solidFill>
                  <a:schemeClr val="accent1"/>
                </a:solidFill>
                <a:latin typeface="微软雅黑" panose="020B0503020204020204" pitchFamily="34" charset="-122"/>
                <a:ea typeface="微软雅黑" panose="020B0503020204020204" pitchFamily="34" charset="-122"/>
              </a:rPr>
              <a:t>—— </a:t>
            </a:r>
            <a:r>
              <a:rPr lang="zh-CN" altLang="en-US" sz="2800" b="1" dirty="0">
                <a:solidFill>
                  <a:schemeClr val="accent1"/>
                </a:solidFill>
                <a:latin typeface="华文行楷" panose="02010800040101010101" pitchFamily="2" charset="-122"/>
                <a:ea typeface="华文行楷" panose="02010800040101010101" pitchFamily="2" charset="-122"/>
              </a:rPr>
              <a:t>惟真求新 </a:t>
            </a:r>
            <a:r>
              <a:rPr lang="en-US" altLang="zh-CN" sz="2800" b="1" dirty="0">
                <a:solidFill>
                  <a:schemeClr val="accent1"/>
                </a:solidFill>
                <a:latin typeface="微软雅黑" panose="020B0503020204020204" pitchFamily="34" charset="-122"/>
                <a:ea typeface="微软雅黑" panose="020B0503020204020204" pitchFamily="34" charset="-122"/>
              </a:rPr>
              <a:t>——</a:t>
            </a:r>
            <a:endParaRPr lang="zh-CN" altLang="en-US" sz="2800" b="1" dirty="0">
              <a:solidFill>
                <a:schemeClr val="accent1"/>
              </a:solidFill>
              <a:latin typeface="黑体" panose="02010609060101010101" pitchFamily="49" charset="-122"/>
              <a:ea typeface="黑体" panose="02010609060101010101" pitchFamily="49" charset="-122"/>
            </a:endParaRPr>
          </a:p>
        </p:txBody>
      </p:sp>
      <p:pic>
        <p:nvPicPr>
          <p:cNvPr id="2" name="图片 1">
            <a:extLst>
              <a:ext uri="{FF2B5EF4-FFF2-40B4-BE49-F238E27FC236}">
                <a16:creationId xmlns:a16="http://schemas.microsoft.com/office/drawing/2014/main" id="{2917529B-2051-36DB-9A34-34A07CCE63A7}"/>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3404921" y="-417894"/>
            <a:ext cx="5382153" cy="3229292"/>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934" y="0"/>
            <a:ext cx="4680659" cy="6858000"/>
          </a:xfrm>
          <a:prstGeom prst="rect">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 name="文本框 6"/>
          <p:cNvSpPr txBox="1"/>
          <p:nvPr/>
        </p:nvSpPr>
        <p:spPr>
          <a:xfrm>
            <a:off x="6290327" y="720843"/>
            <a:ext cx="3062023"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600" b="1" noProof="0" dirty="0">
                <a:solidFill>
                  <a:schemeClr val="accent1"/>
                </a:solidFill>
                <a:latin typeface="字魂105号-简雅黑" panose="00000500000000000000" pitchFamily="2" charset="-122"/>
                <a:ea typeface="字魂105号-简雅黑" panose="00000500000000000000" pitchFamily="2" charset="-122"/>
                <a:sym typeface="字魂105号-简雅黑" panose="00000500000000000000" pitchFamily="2" charset="-122"/>
              </a:rPr>
              <a:t>C</a:t>
            </a:r>
            <a:r>
              <a:rPr kumimoji="0" lang="en-US" altLang="zh-CN" sz="3600" b="1" i="0" u="none" strike="noStrike" kern="1200" cap="none" spc="0" normalizeH="0" baseline="0" noProof="0" dirty="0">
                <a:ln>
                  <a:noFill/>
                </a:ln>
                <a:solidFill>
                  <a:schemeClr val="accent1"/>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ONTENTS</a:t>
            </a:r>
            <a:endParaRPr kumimoji="0" lang="zh-CN" altLang="en-US" sz="3600" b="1" i="0" u="none" strike="noStrike" kern="1200" cap="none" spc="0" normalizeH="0" baseline="0" noProof="0" dirty="0">
              <a:ln>
                <a:noFill/>
              </a:ln>
              <a:solidFill>
                <a:schemeClr val="accent1"/>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20" name="组合 19"/>
          <p:cNvGrpSpPr/>
          <p:nvPr/>
        </p:nvGrpSpPr>
        <p:grpSpPr>
          <a:xfrm>
            <a:off x="6290327" y="1912895"/>
            <a:ext cx="3218671" cy="584775"/>
            <a:chOff x="6588037" y="2227220"/>
            <a:chExt cx="3218671" cy="584775"/>
          </a:xfrm>
        </p:grpSpPr>
        <p:grpSp>
          <p:nvGrpSpPr>
            <p:cNvPr id="10" name="组合 9"/>
            <p:cNvGrpSpPr/>
            <p:nvPr/>
          </p:nvGrpSpPr>
          <p:grpSpPr>
            <a:xfrm>
              <a:off x="6588037" y="2227220"/>
              <a:ext cx="3218671" cy="584775"/>
              <a:chOff x="6588037" y="2227220"/>
              <a:chExt cx="3218671" cy="584775"/>
            </a:xfrm>
          </p:grpSpPr>
          <p:sp>
            <p:nvSpPr>
              <p:cNvPr id="8" name="文本框 7"/>
              <p:cNvSpPr txBox="1"/>
              <p:nvPr/>
            </p:nvSpPr>
            <p:spPr>
              <a:xfrm>
                <a:off x="6588037" y="2227220"/>
                <a:ext cx="1020724"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chemeClr val="accent1"/>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01</a:t>
                </a:r>
                <a:endParaRPr kumimoji="0" lang="zh-CN" altLang="en-US" sz="3200" b="1" i="0" u="none" strike="noStrike" kern="1200" cap="none" spc="0" normalizeH="0" baseline="0" noProof="0" dirty="0">
                  <a:ln>
                    <a:noFill/>
                  </a:ln>
                  <a:solidFill>
                    <a:schemeClr val="accent1"/>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矩形 8"/>
              <p:cNvSpPr/>
              <p:nvPr/>
            </p:nvSpPr>
            <p:spPr>
              <a:xfrm>
                <a:off x="7467606" y="2278143"/>
                <a:ext cx="2339102"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研究背景与现状</a:t>
                </a:r>
                <a:endParaRPr kumimoji="0" lang="zh-CN" altLang="en-US" sz="2400" b="0"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cxnSp>
          <p:nvCxnSpPr>
            <p:cNvPr id="18" name="直接连接符 17"/>
            <p:cNvCxnSpPr/>
            <p:nvPr/>
          </p:nvCxnSpPr>
          <p:spPr>
            <a:xfrm>
              <a:off x="7446341" y="2310042"/>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nvGrpSpPr>
        <p:grpSpPr>
          <a:xfrm>
            <a:off x="6290327" y="2767134"/>
            <a:ext cx="3218671" cy="584775"/>
            <a:chOff x="6588037" y="2227220"/>
            <a:chExt cx="3218671" cy="584775"/>
          </a:xfrm>
        </p:grpSpPr>
        <p:grpSp>
          <p:nvGrpSpPr>
            <p:cNvPr id="22" name="组合 21"/>
            <p:cNvGrpSpPr/>
            <p:nvPr/>
          </p:nvGrpSpPr>
          <p:grpSpPr>
            <a:xfrm>
              <a:off x="6588037" y="2227220"/>
              <a:ext cx="3218671" cy="584775"/>
              <a:chOff x="6588037" y="2227220"/>
              <a:chExt cx="3218671" cy="584775"/>
            </a:xfrm>
          </p:grpSpPr>
          <p:sp>
            <p:nvSpPr>
              <p:cNvPr id="24" name="文本框 23"/>
              <p:cNvSpPr txBox="1"/>
              <p:nvPr/>
            </p:nvSpPr>
            <p:spPr>
              <a:xfrm>
                <a:off x="6588037" y="2227220"/>
                <a:ext cx="1020724"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chemeClr val="accent1"/>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02</a:t>
                </a:r>
                <a:endParaRPr kumimoji="0" lang="zh-CN" altLang="en-US" sz="3200" b="1" i="0" u="none" strike="noStrike" kern="1200" cap="none" spc="0" normalizeH="0" baseline="0" noProof="0" dirty="0">
                  <a:ln>
                    <a:noFill/>
                  </a:ln>
                  <a:solidFill>
                    <a:schemeClr val="accent1"/>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 name="矩形 24"/>
              <p:cNvSpPr/>
              <p:nvPr/>
            </p:nvSpPr>
            <p:spPr>
              <a:xfrm>
                <a:off x="7467606" y="2278143"/>
                <a:ext cx="2339102"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研究方法与思路</a:t>
                </a:r>
                <a:endParaRPr kumimoji="0" lang="zh-CN" altLang="en-US" sz="2400" b="0"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cxnSp>
          <p:nvCxnSpPr>
            <p:cNvPr id="23" name="直接连接符 22"/>
            <p:cNvCxnSpPr/>
            <p:nvPr/>
          </p:nvCxnSpPr>
          <p:spPr>
            <a:xfrm>
              <a:off x="7446341" y="2310042"/>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nvGrpSpPr>
        <p:grpSpPr>
          <a:xfrm>
            <a:off x="6290327" y="3600109"/>
            <a:ext cx="3218671" cy="584775"/>
            <a:chOff x="6588037" y="2227220"/>
            <a:chExt cx="3218671" cy="584775"/>
          </a:xfrm>
        </p:grpSpPr>
        <p:grpSp>
          <p:nvGrpSpPr>
            <p:cNvPr id="27" name="组合 26"/>
            <p:cNvGrpSpPr/>
            <p:nvPr/>
          </p:nvGrpSpPr>
          <p:grpSpPr>
            <a:xfrm>
              <a:off x="6588037" y="2227220"/>
              <a:ext cx="3218671" cy="584775"/>
              <a:chOff x="6588037" y="2227220"/>
              <a:chExt cx="3218671" cy="584775"/>
            </a:xfrm>
          </p:grpSpPr>
          <p:sp>
            <p:nvSpPr>
              <p:cNvPr id="29" name="文本框 28"/>
              <p:cNvSpPr txBox="1"/>
              <p:nvPr/>
            </p:nvSpPr>
            <p:spPr>
              <a:xfrm>
                <a:off x="6588037" y="2227220"/>
                <a:ext cx="1020724"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chemeClr val="accent1"/>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03</a:t>
                </a:r>
                <a:endParaRPr kumimoji="0" lang="zh-CN" altLang="en-US" sz="3200" b="1" i="0" u="none" strike="noStrike" kern="1200" cap="none" spc="0" normalizeH="0" baseline="0" noProof="0" dirty="0">
                  <a:ln>
                    <a:noFill/>
                  </a:ln>
                  <a:solidFill>
                    <a:schemeClr val="accent1"/>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0" name="矩形 29"/>
              <p:cNvSpPr/>
              <p:nvPr/>
            </p:nvSpPr>
            <p:spPr>
              <a:xfrm>
                <a:off x="7467606" y="2278143"/>
                <a:ext cx="2339102"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关键技术与难点</a:t>
                </a:r>
                <a:endParaRPr kumimoji="0" lang="zh-CN" altLang="en-US" sz="2400" b="0"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cxnSp>
          <p:nvCxnSpPr>
            <p:cNvPr id="28" name="直接连接符 27"/>
            <p:cNvCxnSpPr/>
            <p:nvPr/>
          </p:nvCxnSpPr>
          <p:spPr>
            <a:xfrm>
              <a:off x="7446341" y="2310042"/>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31" name="组合 30"/>
          <p:cNvGrpSpPr/>
          <p:nvPr/>
        </p:nvGrpSpPr>
        <p:grpSpPr>
          <a:xfrm>
            <a:off x="6290327" y="4433084"/>
            <a:ext cx="3218671" cy="646331"/>
            <a:chOff x="6588037" y="2227220"/>
            <a:chExt cx="3218671" cy="646331"/>
          </a:xfrm>
        </p:grpSpPr>
        <p:grpSp>
          <p:nvGrpSpPr>
            <p:cNvPr id="32" name="组合 31"/>
            <p:cNvGrpSpPr/>
            <p:nvPr/>
          </p:nvGrpSpPr>
          <p:grpSpPr>
            <a:xfrm>
              <a:off x="6588037" y="2227220"/>
              <a:ext cx="3218671" cy="646331"/>
              <a:chOff x="6588037" y="2227220"/>
              <a:chExt cx="3218671" cy="646331"/>
            </a:xfrm>
          </p:grpSpPr>
          <p:sp>
            <p:nvSpPr>
              <p:cNvPr id="34" name="文本框 33"/>
              <p:cNvSpPr txBox="1"/>
              <p:nvPr/>
            </p:nvSpPr>
            <p:spPr>
              <a:xfrm>
                <a:off x="6588037" y="2227220"/>
                <a:ext cx="1020724"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600" b="1" dirty="0">
                    <a:solidFill>
                      <a:schemeClr val="accent1"/>
                    </a:solidFill>
                    <a:ea typeface="字魂105号-简雅黑" panose="00000500000000000000" pitchFamily="2" charset="-122"/>
                    <a:sym typeface="字魂105号-简雅黑" panose="00000500000000000000" pitchFamily="2" charset="-122"/>
                  </a:rPr>
                  <a:t>04</a:t>
                </a:r>
                <a:endParaRPr lang="zh-CN" altLang="en-US" sz="3600" b="1" dirty="0">
                  <a:solidFill>
                    <a:schemeClr val="accent1"/>
                  </a:solidFill>
                  <a:ea typeface="字魂105号-简雅黑" panose="00000500000000000000" pitchFamily="2" charset="-122"/>
                  <a:sym typeface="字魂105号-简雅黑" panose="00000500000000000000" pitchFamily="2" charset="-122"/>
                </a:endParaRPr>
              </a:p>
            </p:txBody>
          </p:sp>
          <p:sp>
            <p:nvSpPr>
              <p:cNvPr id="35" name="矩形 34"/>
              <p:cNvSpPr/>
              <p:nvPr/>
            </p:nvSpPr>
            <p:spPr>
              <a:xfrm>
                <a:off x="7467606" y="2278143"/>
                <a:ext cx="2339102"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研究成果与应用</a:t>
                </a:r>
                <a:endParaRPr kumimoji="0" lang="zh-CN" altLang="en-US" sz="2400" b="0"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cxnSp>
          <p:nvCxnSpPr>
            <p:cNvPr id="33" name="直接连接符 32"/>
            <p:cNvCxnSpPr/>
            <p:nvPr/>
          </p:nvCxnSpPr>
          <p:spPr>
            <a:xfrm>
              <a:off x="7446341" y="2310042"/>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44" name="组合 43"/>
          <p:cNvGrpSpPr/>
          <p:nvPr/>
        </p:nvGrpSpPr>
        <p:grpSpPr>
          <a:xfrm>
            <a:off x="6308177" y="5266059"/>
            <a:ext cx="2295341" cy="646331"/>
            <a:chOff x="6588037" y="2227220"/>
            <a:chExt cx="2295341" cy="646331"/>
          </a:xfrm>
        </p:grpSpPr>
        <p:grpSp>
          <p:nvGrpSpPr>
            <p:cNvPr id="45" name="组合 44"/>
            <p:cNvGrpSpPr/>
            <p:nvPr/>
          </p:nvGrpSpPr>
          <p:grpSpPr>
            <a:xfrm>
              <a:off x="6588037" y="2227220"/>
              <a:ext cx="2295341" cy="646331"/>
              <a:chOff x="6588037" y="2227220"/>
              <a:chExt cx="2295341" cy="646331"/>
            </a:xfrm>
          </p:grpSpPr>
          <p:sp>
            <p:nvSpPr>
              <p:cNvPr id="47" name="文本框 46"/>
              <p:cNvSpPr txBox="1"/>
              <p:nvPr/>
            </p:nvSpPr>
            <p:spPr>
              <a:xfrm>
                <a:off x="6588037" y="2227220"/>
                <a:ext cx="1020724"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600" b="1" dirty="0">
                    <a:solidFill>
                      <a:schemeClr val="accent1"/>
                    </a:solidFill>
                    <a:ea typeface="字魂105号-简雅黑" panose="00000500000000000000" pitchFamily="2" charset="-122"/>
                    <a:sym typeface="字魂105号-简雅黑" panose="00000500000000000000" pitchFamily="2" charset="-122"/>
                  </a:rPr>
                  <a:t>05</a:t>
                </a:r>
                <a:endParaRPr lang="zh-CN" altLang="en-US" sz="3600" b="1" dirty="0">
                  <a:solidFill>
                    <a:schemeClr val="accent1"/>
                  </a:solidFill>
                  <a:ea typeface="字魂105号-简雅黑" panose="00000500000000000000" pitchFamily="2" charset="-122"/>
                  <a:sym typeface="字魂105号-简雅黑" panose="00000500000000000000" pitchFamily="2" charset="-122"/>
                </a:endParaRPr>
              </a:p>
            </p:txBody>
          </p:sp>
          <p:sp>
            <p:nvSpPr>
              <p:cNvPr id="48" name="矩形 47"/>
              <p:cNvSpPr/>
              <p:nvPr/>
            </p:nvSpPr>
            <p:spPr>
              <a:xfrm>
                <a:off x="7467606" y="2278143"/>
                <a:ext cx="1415772"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论文总结</a:t>
                </a:r>
                <a:endParaRPr kumimoji="0" lang="zh-CN" altLang="en-US" sz="2400" b="0"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cxnSp>
          <p:nvCxnSpPr>
            <p:cNvPr id="46" name="直接连接符 45"/>
            <p:cNvCxnSpPr/>
            <p:nvPr/>
          </p:nvCxnSpPr>
          <p:spPr>
            <a:xfrm>
              <a:off x="7446341" y="2310042"/>
              <a:ext cx="0" cy="396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35490" y="2077686"/>
            <a:ext cx="1905000" cy="1905000"/>
          </a:xfrm>
          <a:prstGeom prst="rect">
            <a:avLst/>
          </a:prstGeom>
        </p:spPr>
      </p:pic>
      <p:pic>
        <p:nvPicPr>
          <p:cNvPr id="5" name="图片 4">
            <a:extLst>
              <a:ext uri="{FF2B5EF4-FFF2-40B4-BE49-F238E27FC236}">
                <a16:creationId xmlns:a16="http://schemas.microsoft.com/office/drawing/2014/main" id="{4943E764-F056-44B1-98A9-CD1545042186}"/>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375348" y="-170481"/>
            <a:ext cx="3816037" cy="2460105"/>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up)">
                                      <p:cBhvr>
                                        <p:cTn id="11" dur="500"/>
                                        <p:tgtEl>
                                          <p:spTgt spid="20"/>
                                        </p:tgtEl>
                                      </p:cBhvr>
                                    </p:animEffect>
                                  </p:childTnLst>
                                </p:cTn>
                              </p:par>
                              <p:par>
                                <p:cTn id="12" presetID="22" presetClass="entr" presetSubtype="1" fill="hold" nodeType="with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wipe(up)">
                                      <p:cBhvr>
                                        <p:cTn id="14" dur="500"/>
                                        <p:tgtEl>
                                          <p:spTgt spid="21"/>
                                        </p:tgtEl>
                                      </p:cBhvr>
                                    </p:animEffect>
                                  </p:childTnLst>
                                </p:cTn>
                              </p:par>
                              <p:par>
                                <p:cTn id="15" presetID="22" presetClass="entr" presetSubtype="1" fill="hold" nodeType="with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wipe(up)">
                                      <p:cBhvr>
                                        <p:cTn id="17" dur="500"/>
                                        <p:tgtEl>
                                          <p:spTgt spid="26"/>
                                        </p:tgtEl>
                                      </p:cBhvr>
                                    </p:animEffect>
                                  </p:childTnLst>
                                </p:cTn>
                              </p:par>
                              <p:par>
                                <p:cTn id="18" presetID="22" presetClass="entr" presetSubtype="1" fill="hold" nodeType="with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wipe(up)">
                                      <p:cBhvr>
                                        <p:cTn id="20" dur="500"/>
                                        <p:tgtEl>
                                          <p:spTgt spid="31"/>
                                        </p:tgtEl>
                                      </p:cBhvr>
                                    </p:animEffect>
                                  </p:childTnLst>
                                </p:cTn>
                              </p:par>
                              <p:par>
                                <p:cTn id="21" presetID="22" presetClass="entr" presetSubtype="1" fill="hold" nodeType="withEffect">
                                  <p:stCondLst>
                                    <p:cond delay="0"/>
                                  </p:stCondLst>
                                  <p:childTnLst>
                                    <p:set>
                                      <p:cBhvr>
                                        <p:cTn id="22" dur="1" fill="hold">
                                          <p:stCondLst>
                                            <p:cond delay="0"/>
                                          </p:stCondLst>
                                        </p:cTn>
                                        <p:tgtEl>
                                          <p:spTgt spid="44"/>
                                        </p:tgtEl>
                                        <p:attrNameLst>
                                          <p:attrName>style.visibility</p:attrName>
                                        </p:attrNameLst>
                                      </p:cBhvr>
                                      <p:to>
                                        <p:strVal val="visible"/>
                                      </p:to>
                                    </p:set>
                                    <p:animEffect transition="in" filter="wipe(up)">
                                      <p:cBhvr>
                                        <p:cTn id="23"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任意多边形: 形状 12"/>
          <p:cNvSpPr/>
          <p:nvPr/>
        </p:nvSpPr>
        <p:spPr>
          <a:xfrm>
            <a:off x="2965173" y="2922324"/>
            <a:ext cx="6261654" cy="134863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bg1"/>
          </a:solidFill>
          <a:ln w="38100">
            <a:solidFill>
              <a:schemeClr val="accent1">
                <a:lumMod val="10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矩形 8"/>
          <p:cNvSpPr/>
          <p:nvPr/>
        </p:nvSpPr>
        <p:spPr>
          <a:xfrm>
            <a:off x="4161570" y="3271730"/>
            <a:ext cx="4108817" cy="64633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1</a:t>
            </a:r>
            <a:r>
              <a:rPr lang="en-US" altLang="zh-CN" sz="36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a:t>
            </a:r>
            <a:r>
              <a:rPr lang="zh-CN" altLang="en-US" sz="36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  </a:t>
            </a:r>
            <a:r>
              <a:rPr kumimoji="0" lang="zh-CN" altLang="en-US" sz="3600" b="1"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研究背景与现状</a:t>
            </a:r>
            <a:endParaRPr kumimoji="0" lang="zh-CN" altLang="en-US" sz="3600" b="0"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1"/>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accent1">
              <a:lumMod val="100000"/>
            </a:schemeClr>
          </a:solidFill>
          <a:ln w="38100">
            <a:solidFill>
              <a:schemeClr val="accent1">
                <a:lumMod val="10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 name="矩形 2"/>
          <p:cNvSpPr/>
          <p:nvPr/>
        </p:nvSpPr>
        <p:spPr>
          <a:xfrm>
            <a:off x="1483360" y="1981200"/>
            <a:ext cx="2651760" cy="1645920"/>
          </a:xfrm>
          <a:prstGeom prst="rect">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33015" y="2219265"/>
            <a:ext cx="674370" cy="674370"/>
          </a:xfrm>
          <a:prstGeom prst="rect">
            <a:avLst/>
          </a:prstGeom>
        </p:spPr>
      </p:pic>
      <p:sp>
        <p:nvSpPr>
          <p:cNvPr id="6" name="文本框 5"/>
          <p:cNvSpPr txBox="1"/>
          <p:nvPr/>
        </p:nvSpPr>
        <p:spPr>
          <a:xfrm>
            <a:off x="2259826" y="3059370"/>
            <a:ext cx="1255534" cy="400110"/>
          </a:xfrm>
          <a:prstGeom prst="rect">
            <a:avLst/>
          </a:prstGeom>
          <a:noFill/>
        </p:spPr>
        <p:txBody>
          <a:bodyPr wrap="square" rtlCol="0">
            <a:spAutoFit/>
          </a:bodyPr>
          <a:lstStyle/>
          <a:p>
            <a:r>
              <a:rPr lang="zh-CN" altLang="en-US" sz="20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研究背景</a:t>
            </a:r>
          </a:p>
        </p:txBody>
      </p:sp>
      <p:sp>
        <p:nvSpPr>
          <p:cNvPr id="7" name="矩形 6"/>
          <p:cNvSpPr/>
          <p:nvPr/>
        </p:nvSpPr>
        <p:spPr>
          <a:xfrm>
            <a:off x="4135120" y="1981200"/>
            <a:ext cx="6309360" cy="1645920"/>
          </a:xfrm>
          <a:prstGeom prst="rect">
            <a:avLst/>
          </a:prstGeom>
          <a:solidFill>
            <a:schemeClr val="bg1"/>
          </a:solidFill>
          <a:ln>
            <a:solidFill>
              <a:schemeClr val="accent1">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 name="矩形 7"/>
          <p:cNvSpPr/>
          <p:nvPr/>
        </p:nvSpPr>
        <p:spPr>
          <a:xfrm>
            <a:off x="1483360" y="4094480"/>
            <a:ext cx="2651760" cy="1645920"/>
          </a:xfrm>
          <a:prstGeom prst="rect">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9" name="图片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33015" y="4332545"/>
            <a:ext cx="674370" cy="674370"/>
          </a:xfrm>
          <a:prstGeom prst="rect">
            <a:avLst/>
          </a:prstGeom>
        </p:spPr>
      </p:pic>
      <p:sp>
        <p:nvSpPr>
          <p:cNvPr id="10" name="文本框 9"/>
          <p:cNvSpPr txBox="1"/>
          <p:nvPr/>
        </p:nvSpPr>
        <p:spPr>
          <a:xfrm>
            <a:off x="2259826" y="5172650"/>
            <a:ext cx="1255534" cy="400110"/>
          </a:xfrm>
          <a:prstGeom prst="rect">
            <a:avLst/>
          </a:prstGeom>
          <a:noFill/>
        </p:spPr>
        <p:txBody>
          <a:bodyPr wrap="square" rtlCol="0">
            <a:spAutoFit/>
          </a:bodyPr>
          <a:lstStyle/>
          <a:p>
            <a:r>
              <a:rPr lang="zh-CN" altLang="en-US" sz="20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研究背景</a:t>
            </a:r>
          </a:p>
        </p:txBody>
      </p:sp>
      <p:sp>
        <p:nvSpPr>
          <p:cNvPr id="11" name="矩形 10"/>
          <p:cNvSpPr/>
          <p:nvPr/>
        </p:nvSpPr>
        <p:spPr>
          <a:xfrm>
            <a:off x="4135120" y="4094480"/>
            <a:ext cx="6309360" cy="1645920"/>
          </a:xfrm>
          <a:prstGeom prst="rect">
            <a:avLst/>
          </a:prstGeom>
          <a:solidFill>
            <a:schemeClr val="bg1"/>
          </a:solidFill>
          <a:ln>
            <a:solidFill>
              <a:schemeClr val="accent1">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2" name="文本框 11"/>
          <p:cNvSpPr txBox="1"/>
          <p:nvPr/>
        </p:nvSpPr>
        <p:spPr>
          <a:xfrm>
            <a:off x="4443095" y="2410398"/>
            <a:ext cx="5859145" cy="787908"/>
          </a:xfrm>
          <a:prstGeom prst="rect">
            <a:avLst/>
          </a:prstGeom>
          <a:noFill/>
        </p:spPr>
        <p:txBody>
          <a:bodyPr wrap="square" rtlCol="0">
            <a:spAutoFit/>
          </a:bodyPr>
          <a:lstStyle/>
          <a:p>
            <a:pPr>
              <a:lnSpc>
                <a:spcPct val="150000"/>
              </a:lnSpc>
            </a:pPr>
            <a:r>
              <a:rPr lang="zh-CN" altLang="en-US" sz="16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a:t>
            </a:r>
            <a:endParaRPr lang="en-US" altLang="zh-CN" sz="16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6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a:t>
            </a:r>
          </a:p>
        </p:txBody>
      </p:sp>
      <p:sp>
        <p:nvSpPr>
          <p:cNvPr id="13" name="文本框 12"/>
          <p:cNvSpPr txBox="1"/>
          <p:nvPr/>
        </p:nvSpPr>
        <p:spPr>
          <a:xfrm>
            <a:off x="4443094" y="4523678"/>
            <a:ext cx="5859145" cy="787908"/>
          </a:xfrm>
          <a:prstGeom prst="rect">
            <a:avLst/>
          </a:prstGeom>
          <a:noFill/>
        </p:spPr>
        <p:txBody>
          <a:bodyPr wrap="square" rtlCol="0">
            <a:spAutoFit/>
          </a:bodyPr>
          <a:lstStyle/>
          <a:p>
            <a:pPr>
              <a:lnSpc>
                <a:spcPct val="150000"/>
              </a:lnSpc>
            </a:pPr>
            <a:r>
              <a:rPr lang="zh-CN" altLang="en-US" sz="16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a:t>
            </a:r>
            <a:endParaRPr lang="en-US" altLang="zh-CN" sz="16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6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a:t>
            </a:r>
          </a:p>
        </p:txBody>
      </p:sp>
      <p:pic>
        <p:nvPicPr>
          <p:cNvPr id="15" name="图片 1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7941" y="569481"/>
            <a:ext cx="618131" cy="618131"/>
          </a:xfrm>
          <a:prstGeom prst="rect">
            <a:avLst/>
          </a:prstGeom>
        </p:spPr>
      </p:pic>
      <p:sp>
        <p:nvSpPr>
          <p:cNvPr id="16" name="矩形 15"/>
          <p:cNvSpPr/>
          <p:nvPr/>
        </p:nvSpPr>
        <p:spPr>
          <a:xfrm>
            <a:off x="1359000" y="647713"/>
            <a:ext cx="2010487"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1.1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研究背景</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1"/>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accent1">
              <a:lumMod val="100000"/>
            </a:schemeClr>
          </a:solidFill>
          <a:ln w="38100">
            <a:solidFill>
              <a:schemeClr val="accent1">
                <a:lumMod val="10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3" name="图片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7941" y="569481"/>
            <a:ext cx="618131" cy="618131"/>
          </a:xfrm>
          <a:prstGeom prst="rect">
            <a:avLst/>
          </a:prstGeom>
        </p:spPr>
      </p:pic>
      <p:sp>
        <p:nvSpPr>
          <p:cNvPr id="4" name="矩形 3"/>
          <p:cNvSpPr/>
          <p:nvPr/>
        </p:nvSpPr>
        <p:spPr>
          <a:xfrm>
            <a:off x="1359000" y="647713"/>
            <a:ext cx="2156360"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1.2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研究意义</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5" name="254799"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2"/>
            </p:custDataLst>
          </p:nvPr>
        </p:nvGrpSpPr>
        <p:grpSpPr>
          <a:xfrm>
            <a:off x="1023997" y="1846632"/>
            <a:ext cx="9880267" cy="3528009"/>
            <a:chOff x="1023997" y="1881429"/>
            <a:chExt cx="9880267" cy="3528009"/>
          </a:xfrm>
        </p:grpSpPr>
        <p:sp>
          <p:nvSpPr>
            <p:cNvPr id="6" name="iŝḻiḍe"/>
            <p:cNvSpPr/>
            <p:nvPr/>
          </p:nvSpPr>
          <p:spPr bwMode="auto">
            <a:xfrm>
              <a:off x="2981880" y="2374675"/>
              <a:ext cx="223838" cy="349250"/>
            </a:xfrm>
            <a:custGeom>
              <a:avLst/>
              <a:gdLst>
                <a:gd name="T0" fmla="*/ 138 w 2351"/>
                <a:gd name="T1" fmla="*/ 643 h 3663"/>
                <a:gd name="T2" fmla="*/ 138 w 2351"/>
                <a:gd name="T3" fmla="*/ 643 h 3663"/>
                <a:gd name="T4" fmla="*/ 1337 w 2351"/>
                <a:gd name="T5" fmla="*/ 1837 h 3663"/>
                <a:gd name="T6" fmla="*/ 138 w 2351"/>
                <a:gd name="T7" fmla="*/ 3020 h 3663"/>
                <a:gd name="T8" fmla="*/ 138 w 2351"/>
                <a:gd name="T9" fmla="*/ 3526 h 3663"/>
                <a:gd name="T10" fmla="*/ 645 w 2351"/>
                <a:gd name="T11" fmla="*/ 3526 h 3663"/>
                <a:gd name="T12" fmla="*/ 2351 w 2351"/>
                <a:gd name="T13" fmla="*/ 1837 h 3663"/>
                <a:gd name="T14" fmla="*/ 645 w 2351"/>
                <a:gd name="T15" fmla="*/ 138 h 3663"/>
                <a:gd name="T16" fmla="*/ 138 w 2351"/>
                <a:gd name="T17" fmla="*/ 138 h 3663"/>
                <a:gd name="T18" fmla="*/ 35 w 2351"/>
                <a:gd name="T19" fmla="*/ 391 h 3663"/>
                <a:gd name="T20" fmla="*/ 138 w 2351"/>
                <a:gd name="T21" fmla="*/ 643 h 36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51" h="3663">
                  <a:moveTo>
                    <a:pt x="138" y="643"/>
                  </a:moveTo>
                  <a:lnTo>
                    <a:pt x="138" y="643"/>
                  </a:lnTo>
                  <a:cubicBezTo>
                    <a:pt x="1337" y="1837"/>
                    <a:pt x="1337" y="1837"/>
                    <a:pt x="1337" y="1837"/>
                  </a:cubicBezTo>
                  <a:cubicBezTo>
                    <a:pt x="138" y="3020"/>
                    <a:pt x="138" y="3020"/>
                    <a:pt x="138" y="3020"/>
                  </a:cubicBezTo>
                  <a:cubicBezTo>
                    <a:pt x="0" y="3158"/>
                    <a:pt x="0" y="3388"/>
                    <a:pt x="138" y="3526"/>
                  </a:cubicBezTo>
                  <a:cubicBezTo>
                    <a:pt x="277" y="3663"/>
                    <a:pt x="507" y="3663"/>
                    <a:pt x="645" y="3526"/>
                  </a:cubicBezTo>
                  <a:cubicBezTo>
                    <a:pt x="2351" y="1837"/>
                    <a:pt x="2351" y="1837"/>
                    <a:pt x="2351" y="1837"/>
                  </a:cubicBezTo>
                  <a:cubicBezTo>
                    <a:pt x="645" y="138"/>
                    <a:pt x="645" y="138"/>
                    <a:pt x="645" y="138"/>
                  </a:cubicBezTo>
                  <a:cubicBezTo>
                    <a:pt x="507" y="0"/>
                    <a:pt x="277" y="0"/>
                    <a:pt x="138" y="138"/>
                  </a:cubicBezTo>
                  <a:cubicBezTo>
                    <a:pt x="69" y="207"/>
                    <a:pt x="35" y="299"/>
                    <a:pt x="35" y="391"/>
                  </a:cubicBezTo>
                  <a:cubicBezTo>
                    <a:pt x="35" y="482"/>
                    <a:pt x="69" y="574"/>
                    <a:pt x="138" y="643"/>
                  </a:cubicBezTo>
                </a:path>
              </a:pathLst>
            </a:custGeom>
            <a:solidFill>
              <a:schemeClr val="bg1">
                <a:lumMod val="75000"/>
              </a:schemeClr>
            </a:solidFill>
            <a:ln w="0">
              <a:noFill/>
              <a:prstDash val="solid"/>
              <a:round/>
            </a:ln>
          </p:spPr>
          <p:txBody>
            <a:bodyPr vert="horz" wrap="square" lIns="91440" tIns="45720" rIns="91440" bIns="45720" numCol="1" anchor="t" anchorCtr="0" compatLnSpc="1">
              <a:normAutofit lnSpcReduction="10000"/>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 name="ïşļiďê"/>
            <p:cNvSpPr/>
            <p:nvPr/>
          </p:nvSpPr>
          <p:spPr bwMode="auto">
            <a:xfrm>
              <a:off x="4845888" y="2374675"/>
              <a:ext cx="223838" cy="349250"/>
            </a:xfrm>
            <a:custGeom>
              <a:avLst/>
              <a:gdLst>
                <a:gd name="T0" fmla="*/ 138 w 2351"/>
                <a:gd name="T1" fmla="*/ 643 h 3663"/>
                <a:gd name="T2" fmla="*/ 138 w 2351"/>
                <a:gd name="T3" fmla="*/ 643 h 3663"/>
                <a:gd name="T4" fmla="*/ 1337 w 2351"/>
                <a:gd name="T5" fmla="*/ 1837 h 3663"/>
                <a:gd name="T6" fmla="*/ 138 w 2351"/>
                <a:gd name="T7" fmla="*/ 3020 h 3663"/>
                <a:gd name="T8" fmla="*/ 138 w 2351"/>
                <a:gd name="T9" fmla="*/ 3526 h 3663"/>
                <a:gd name="T10" fmla="*/ 645 w 2351"/>
                <a:gd name="T11" fmla="*/ 3526 h 3663"/>
                <a:gd name="T12" fmla="*/ 2351 w 2351"/>
                <a:gd name="T13" fmla="*/ 1837 h 3663"/>
                <a:gd name="T14" fmla="*/ 645 w 2351"/>
                <a:gd name="T15" fmla="*/ 138 h 3663"/>
                <a:gd name="T16" fmla="*/ 138 w 2351"/>
                <a:gd name="T17" fmla="*/ 138 h 3663"/>
                <a:gd name="T18" fmla="*/ 35 w 2351"/>
                <a:gd name="T19" fmla="*/ 391 h 3663"/>
                <a:gd name="T20" fmla="*/ 138 w 2351"/>
                <a:gd name="T21" fmla="*/ 643 h 36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51" h="3663">
                  <a:moveTo>
                    <a:pt x="138" y="643"/>
                  </a:moveTo>
                  <a:lnTo>
                    <a:pt x="138" y="643"/>
                  </a:lnTo>
                  <a:cubicBezTo>
                    <a:pt x="1337" y="1837"/>
                    <a:pt x="1337" y="1837"/>
                    <a:pt x="1337" y="1837"/>
                  </a:cubicBezTo>
                  <a:cubicBezTo>
                    <a:pt x="138" y="3020"/>
                    <a:pt x="138" y="3020"/>
                    <a:pt x="138" y="3020"/>
                  </a:cubicBezTo>
                  <a:cubicBezTo>
                    <a:pt x="0" y="3158"/>
                    <a:pt x="0" y="3388"/>
                    <a:pt x="138" y="3526"/>
                  </a:cubicBezTo>
                  <a:cubicBezTo>
                    <a:pt x="277" y="3663"/>
                    <a:pt x="507" y="3663"/>
                    <a:pt x="645" y="3526"/>
                  </a:cubicBezTo>
                  <a:cubicBezTo>
                    <a:pt x="2351" y="1837"/>
                    <a:pt x="2351" y="1837"/>
                    <a:pt x="2351" y="1837"/>
                  </a:cubicBezTo>
                  <a:cubicBezTo>
                    <a:pt x="645" y="138"/>
                    <a:pt x="645" y="138"/>
                    <a:pt x="645" y="138"/>
                  </a:cubicBezTo>
                  <a:cubicBezTo>
                    <a:pt x="507" y="0"/>
                    <a:pt x="277" y="0"/>
                    <a:pt x="138" y="138"/>
                  </a:cubicBezTo>
                  <a:cubicBezTo>
                    <a:pt x="69" y="207"/>
                    <a:pt x="35" y="299"/>
                    <a:pt x="35" y="391"/>
                  </a:cubicBezTo>
                  <a:cubicBezTo>
                    <a:pt x="35" y="482"/>
                    <a:pt x="69" y="574"/>
                    <a:pt x="138" y="643"/>
                  </a:cubicBezTo>
                </a:path>
              </a:pathLst>
            </a:custGeom>
            <a:solidFill>
              <a:schemeClr val="bg1">
                <a:lumMod val="75000"/>
              </a:schemeClr>
            </a:solidFill>
            <a:ln w="0">
              <a:noFill/>
              <a:prstDash val="solid"/>
              <a:round/>
            </a:ln>
          </p:spPr>
          <p:txBody>
            <a:bodyPr vert="horz" wrap="square" lIns="91440" tIns="45720" rIns="91440" bIns="45720" numCol="1" anchor="t" anchorCtr="0" compatLnSpc="1">
              <a:normAutofit lnSpcReduction="10000"/>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 name="íṩlïḑê"/>
            <p:cNvSpPr/>
            <p:nvPr/>
          </p:nvSpPr>
          <p:spPr bwMode="auto">
            <a:xfrm>
              <a:off x="7122274" y="2374675"/>
              <a:ext cx="223838" cy="349250"/>
            </a:xfrm>
            <a:custGeom>
              <a:avLst/>
              <a:gdLst>
                <a:gd name="T0" fmla="*/ 138 w 2351"/>
                <a:gd name="T1" fmla="*/ 643 h 3663"/>
                <a:gd name="T2" fmla="*/ 138 w 2351"/>
                <a:gd name="T3" fmla="*/ 643 h 3663"/>
                <a:gd name="T4" fmla="*/ 1337 w 2351"/>
                <a:gd name="T5" fmla="*/ 1837 h 3663"/>
                <a:gd name="T6" fmla="*/ 138 w 2351"/>
                <a:gd name="T7" fmla="*/ 3020 h 3663"/>
                <a:gd name="T8" fmla="*/ 138 w 2351"/>
                <a:gd name="T9" fmla="*/ 3526 h 3663"/>
                <a:gd name="T10" fmla="*/ 645 w 2351"/>
                <a:gd name="T11" fmla="*/ 3526 h 3663"/>
                <a:gd name="T12" fmla="*/ 2351 w 2351"/>
                <a:gd name="T13" fmla="*/ 1837 h 3663"/>
                <a:gd name="T14" fmla="*/ 645 w 2351"/>
                <a:gd name="T15" fmla="*/ 138 h 3663"/>
                <a:gd name="T16" fmla="*/ 138 w 2351"/>
                <a:gd name="T17" fmla="*/ 138 h 3663"/>
                <a:gd name="T18" fmla="*/ 35 w 2351"/>
                <a:gd name="T19" fmla="*/ 391 h 3663"/>
                <a:gd name="T20" fmla="*/ 138 w 2351"/>
                <a:gd name="T21" fmla="*/ 643 h 36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51" h="3663">
                  <a:moveTo>
                    <a:pt x="138" y="643"/>
                  </a:moveTo>
                  <a:lnTo>
                    <a:pt x="138" y="643"/>
                  </a:lnTo>
                  <a:cubicBezTo>
                    <a:pt x="1337" y="1837"/>
                    <a:pt x="1337" y="1837"/>
                    <a:pt x="1337" y="1837"/>
                  </a:cubicBezTo>
                  <a:cubicBezTo>
                    <a:pt x="138" y="3020"/>
                    <a:pt x="138" y="3020"/>
                    <a:pt x="138" y="3020"/>
                  </a:cubicBezTo>
                  <a:cubicBezTo>
                    <a:pt x="0" y="3158"/>
                    <a:pt x="0" y="3388"/>
                    <a:pt x="138" y="3526"/>
                  </a:cubicBezTo>
                  <a:cubicBezTo>
                    <a:pt x="277" y="3663"/>
                    <a:pt x="507" y="3663"/>
                    <a:pt x="645" y="3526"/>
                  </a:cubicBezTo>
                  <a:cubicBezTo>
                    <a:pt x="2351" y="1837"/>
                    <a:pt x="2351" y="1837"/>
                    <a:pt x="2351" y="1837"/>
                  </a:cubicBezTo>
                  <a:cubicBezTo>
                    <a:pt x="645" y="138"/>
                    <a:pt x="645" y="138"/>
                    <a:pt x="645" y="138"/>
                  </a:cubicBezTo>
                  <a:cubicBezTo>
                    <a:pt x="507" y="0"/>
                    <a:pt x="277" y="0"/>
                    <a:pt x="138" y="138"/>
                  </a:cubicBezTo>
                  <a:cubicBezTo>
                    <a:pt x="69" y="207"/>
                    <a:pt x="35" y="299"/>
                    <a:pt x="35" y="391"/>
                  </a:cubicBezTo>
                  <a:cubicBezTo>
                    <a:pt x="35" y="482"/>
                    <a:pt x="69" y="574"/>
                    <a:pt x="138" y="643"/>
                  </a:cubicBezTo>
                </a:path>
              </a:pathLst>
            </a:custGeom>
            <a:solidFill>
              <a:schemeClr val="bg1">
                <a:lumMod val="75000"/>
              </a:schemeClr>
            </a:solidFill>
            <a:ln w="0">
              <a:noFill/>
              <a:prstDash val="solid"/>
              <a:round/>
            </a:ln>
          </p:spPr>
          <p:txBody>
            <a:bodyPr vert="horz" wrap="square" lIns="91440" tIns="45720" rIns="91440" bIns="45720" numCol="1" anchor="t" anchorCtr="0" compatLnSpc="1">
              <a:normAutofit lnSpcReduction="10000"/>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îşľiḍè"/>
            <p:cNvSpPr/>
            <p:nvPr/>
          </p:nvSpPr>
          <p:spPr bwMode="auto">
            <a:xfrm>
              <a:off x="8986282" y="2374675"/>
              <a:ext cx="223838" cy="349250"/>
            </a:xfrm>
            <a:custGeom>
              <a:avLst/>
              <a:gdLst>
                <a:gd name="T0" fmla="*/ 138 w 2351"/>
                <a:gd name="T1" fmla="*/ 643 h 3663"/>
                <a:gd name="T2" fmla="*/ 138 w 2351"/>
                <a:gd name="T3" fmla="*/ 643 h 3663"/>
                <a:gd name="T4" fmla="*/ 1337 w 2351"/>
                <a:gd name="T5" fmla="*/ 1837 h 3663"/>
                <a:gd name="T6" fmla="*/ 138 w 2351"/>
                <a:gd name="T7" fmla="*/ 3020 h 3663"/>
                <a:gd name="T8" fmla="*/ 138 w 2351"/>
                <a:gd name="T9" fmla="*/ 3526 h 3663"/>
                <a:gd name="T10" fmla="*/ 645 w 2351"/>
                <a:gd name="T11" fmla="*/ 3526 h 3663"/>
                <a:gd name="T12" fmla="*/ 2351 w 2351"/>
                <a:gd name="T13" fmla="*/ 1837 h 3663"/>
                <a:gd name="T14" fmla="*/ 645 w 2351"/>
                <a:gd name="T15" fmla="*/ 138 h 3663"/>
                <a:gd name="T16" fmla="*/ 138 w 2351"/>
                <a:gd name="T17" fmla="*/ 138 h 3663"/>
                <a:gd name="T18" fmla="*/ 35 w 2351"/>
                <a:gd name="T19" fmla="*/ 391 h 3663"/>
                <a:gd name="T20" fmla="*/ 138 w 2351"/>
                <a:gd name="T21" fmla="*/ 643 h 36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51" h="3663">
                  <a:moveTo>
                    <a:pt x="138" y="643"/>
                  </a:moveTo>
                  <a:lnTo>
                    <a:pt x="138" y="643"/>
                  </a:lnTo>
                  <a:cubicBezTo>
                    <a:pt x="1337" y="1837"/>
                    <a:pt x="1337" y="1837"/>
                    <a:pt x="1337" y="1837"/>
                  </a:cubicBezTo>
                  <a:cubicBezTo>
                    <a:pt x="138" y="3020"/>
                    <a:pt x="138" y="3020"/>
                    <a:pt x="138" y="3020"/>
                  </a:cubicBezTo>
                  <a:cubicBezTo>
                    <a:pt x="0" y="3158"/>
                    <a:pt x="0" y="3388"/>
                    <a:pt x="138" y="3526"/>
                  </a:cubicBezTo>
                  <a:cubicBezTo>
                    <a:pt x="277" y="3663"/>
                    <a:pt x="507" y="3663"/>
                    <a:pt x="645" y="3526"/>
                  </a:cubicBezTo>
                  <a:cubicBezTo>
                    <a:pt x="2351" y="1837"/>
                    <a:pt x="2351" y="1837"/>
                    <a:pt x="2351" y="1837"/>
                  </a:cubicBezTo>
                  <a:cubicBezTo>
                    <a:pt x="645" y="138"/>
                    <a:pt x="645" y="138"/>
                    <a:pt x="645" y="138"/>
                  </a:cubicBezTo>
                  <a:cubicBezTo>
                    <a:pt x="507" y="0"/>
                    <a:pt x="277" y="0"/>
                    <a:pt x="138" y="138"/>
                  </a:cubicBezTo>
                  <a:cubicBezTo>
                    <a:pt x="69" y="207"/>
                    <a:pt x="35" y="299"/>
                    <a:pt x="35" y="391"/>
                  </a:cubicBezTo>
                  <a:cubicBezTo>
                    <a:pt x="35" y="482"/>
                    <a:pt x="69" y="574"/>
                    <a:pt x="138" y="643"/>
                  </a:cubicBezTo>
                </a:path>
              </a:pathLst>
            </a:custGeom>
            <a:solidFill>
              <a:schemeClr val="bg1">
                <a:lumMod val="75000"/>
              </a:schemeClr>
            </a:solidFill>
            <a:ln w="0">
              <a:noFill/>
              <a:prstDash val="solid"/>
              <a:round/>
            </a:ln>
          </p:spPr>
          <p:txBody>
            <a:bodyPr vert="horz" wrap="square" lIns="91440" tIns="45720" rIns="91440" bIns="45720" numCol="1" anchor="t" anchorCtr="0" compatLnSpc="1">
              <a:normAutofit lnSpcReduction="10000"/>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10" name="îṩ1îďê"/>
            <p:cNvGrpSpPr/>
            <p:nvPr/>
          </p:nvGrpSpPr>
          <p:grpSpPr>
            <a:xfrm>
              <a:off x="1287735" y="1881429"/>
              <a:ext cx="1335742" cy="1335742"/>
              <a:chOff x="1286435" y="2083173"/>
              <a:chExt cx="1335742" cy="1335742"/>
            </a:xfrm>
          </p:grpSpPr>
          <p:sp>
            <p:nvSpPr>
              <p:cNvPr id="38" name="îṧļiḍê"/>
              <p:cNvSpPr/>
              <p:nvPr/>
            </p:nvSpPr>
            <p:spPr>
              <a:xfrm>
                <a:off x="1286435" y="2083173"/>
                <a:ext cx="1335742" cy="1335742"/>
              </a:xfrm>
              <a:prstGeom prst="ellipse">
                <a:avLst/>
              </a:prstGeom>
              <a:solidFill>
                <a:schemeClr val="accent1">
                  <a:lumMod val="100000"/>
                </a:schemeClr>
              </a:solid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9" name="îṣḻïḑê"/>
              <p:cNvSpPr/>
              <p:nvPr/>
            </p:nvSpPr>
            <p:spPr>
              <a:xfrm>
                <a:off x="1652420" y="2373406"/>
                <a:ext cx="603772" cy="755276"/>
              </a:xfrm>
              <a:custGeom>
                <a:avLst/>
                <a:gdLst>
                  <a:gd name="connsiteX0" fmla="*/ 226085 w 484573"/>
                  <a:gd name="connsiteY0" fmla="*/ 386567 h 606166"/>
                  <a:gd name="connsiteX1" fmla="*/ 257375 w 484573"/>
                  <a:gd name="connsiteY1" fmla="*/ 386567 h 606166"/>
                  <a:gd name="connsiteX2" fmla="*/ 257375 w 484573"/>
                  <a:gd name="connsiteY2" fmla="*/ 429857 h 606166"/>
                  <a:gd name="connsiteX3" fmla="*/ 416980 w 484573"/>
                  <a:gd name="connsiteY3" fmla="*/ 429857 h 606166"/>
                  <a:gd name="connsiteX4" fmla="*/ 444556 w 484573"/>
                  <a:gd name="connsiteY4" fmla="*/ 457388 h 606166"/>
                  <a:gd name="connsiteX5" fmla="*/ 444556 w 484573"/>
                  <a:gd name="connsiteY5" fmla="*/ 499008 h 606166"/>
                  <a:gd name="connsiteX6" fmla="*/ 484573 w 484573"/>
                  <a:gd name="connsiteY6" fmla="*/ 551568 h 606166"/>
                  <a:gd name="connsiteX7" fmla="*/ 429886 w 484573"/>
                  <a:gd name="connsiteY7" fmla="*/ 606166 h 606166"/>
                  <a:gd name="connsiteX8" fmla="*/ 375106 w 484573"/>
                  <a:gd name="connsiteY8" fmla="*/ 551568 h 606166"/>
                  <a:gd name="connsiteX9" fmla="*/ 413173 w 484573"/>
                  <a:gd name="connsiteY9" fmla="*/ 499565 h 606166"/>
                  <a:gd name="connsiteX10" fmla="*/ 413173 w 484573"/>
                  <a:gd name="connsiteY10" fmla="*/ 461003 h 606166"/>
                  <a:gd name="connsiteX11" fmla="*/ 257282 w 484573"/>
                  <a:gd name="connsiteY11" fmla="*/ 461003 h 606166"/>
                  <a:gd name="connsiteX12" fmla="*/ 257282 w 484573"/>
                  <a:gd name="connsiteY12" fmla="*/ 499008 h 606166"/>
                  <a:gd name="connsiteX13" fmla="*/ 296742 w 484573"/>
                  <a:gd name="connsiteY13" fmla="*/ 551475 h 606166"/>
                  <a:gd name="connsiteX14" fmla="*/ 242147 w 484573"/>
                  <a:gd name="connsiteY14" fmla="*/ 606073 h 606166"/>
                  <a:gd name="connsiteX15" fmla="*/ 187460 w 484573"/>
                  <a:gd name="connsiteY15" fmla="*/ 551475 h 606166"/>
                  <a:gd name="connsiteX16" fmla="*/ 226085 w 484573"/>
                  <a:gd name="connsiteY16" fmla="*/ 499287 h 606166"/>
                  <a:gd name="connsiteX17" fmla="*/ 226085 w 484573"/>
                  <a:gd name="connsiteY17" fmla="*/ 461003 h 606166"/>
                  <a:gd name="connsiteX18" fmla="*/ 71121 w 484573"/>
                  <a:gd name="connsiteY18" fmla="*/ 461003 h 606166"/>
                  <a:gd name="connsiteX19" fmla="*/ 71121 w 484573"/>
                  <a:gd name="connsiteY19" fmla="*/ 499287 h 606166"/>
                  <a:gd name="connsiteX20" fmla="*/ 109468 w 484573"/>
                  <a:gd name="connsiteY20" fmla="*/ 551475 h 606166"/>
                  <a:gd name="connsiteX21" fmla="*/ 54780 w 484573"/>
                  <a:gd name="connsiteY21" fmla="*/ 606073 h 606166"/>
                  <a:gd name="connsiteX22" fmla="*/ 0 w 484573"/>
                  <a:gd name="connsiteY22" fmla="*/ 551475 h 606166"/>
                  <a:gd name="connsiteX23" fmla="*/ 39646 w 484573"/>
                  <a:gd name="connsiteY23" fmla="*/ 498916 h 606166"/>
                  <a:gd name="connsiteX24" fmla="*/ 39646 w 484573"/>
                  <a:gd name="connsiteY24" fmla="*/ 457109 h 606166"/>
                  <a:gd name="connsiteX25" fmla="*/ 67407 w 484573"/>
                  <a:gd name="connsiteY25" fmla="*/ 429857 h 606166"/>
                  <a:gd name="connsiteX26" fmla="*/ 226085 w 484573"/>
                  <a:gd name="connsiteY26" fmla="*/ 429857 h 606166"/>
                  <a:gd name="connsiteX27" fmla="*/ 237251 w 484573"/>
                  <a:gd name="connsiteY27" fmla="*/ 293 h 606166"/>
                  <a:gd name="connsiteX28" fmla="*/ 277268 w 484573"/>
                  <a:gd name="connsiteY28" fmla="*/ 8728 h 606166"/>
                  <a:gd name="connsiteX29" fmla="*/ 296673 w 484573"/>
                  <a:gd name="connsiteY29" fmla="*/ 26803 h 606166"/>
                  <a:gd name="connsiteX30" fmla="*/ 318121 w 484573"/>
                  <a:gd name="connsiteY30" fmla="*/ 94653 h 606166"/>
                  <a:gd name="connsiteX31" fmla="*/ 316636 w 484573"/>
                  <a:gd name="connsiteY31" fmla="*/ 100677 h 606166"/>
                  <a:gd name="connsiteX32" fmla="*/ 322300 w 484573"/>
                  <a:gd name="connsiteY32" fmla="*/ 129226 h 606166"/>
                  <a:gd name="connsiteX33" fmla="*/ 308465 w 484573"/>
                  <a:gd name="connsiteY33" fmla="*/ 153233 h 606166"/>
                  <a:gd name="connsiteX34" fmla="*/ 298809 w 484573"/>
                  <a:gd name="connsiteY34" fmla="*/ 179650 h 606166"/>
                  <a:gd name="connsiteX35" fmla="*/ 298809 w 484573"/>
                  <a:gd name="connsiteY35" fmla="*/ 212648 h 606166"/>
                  <a:gd name="connsiteX36" fmla="*/ 300480 w 484573"/>
                  <a:gd name="connsiteY36" fmla="*/ 215521 h 606166"/>
                  <a:gd name="connsiteX37" fmla="*/ 400292 w 484573"/>
                  <a:gd name="connsiteY37" fmla="*/ 279385 h 606166"/>
                  <a:gd name="connsiteX38" fmla="*/ 412455 w 484573"/>
                  <a:gd name="connsiteY38" fmla="*/ 305432 h 606166"/>
                  <a:gd name="connsiteX39" fmla="*/ 412455 w 484573"/>
                  <a:gd name="connsiteY39" fmla="*/ 336112 h 606166"/>
                  <a:gd name="connsiteX40" fmla="*/ 395185 w 484573"/>
                  <a:gd name="connsiteY40" fmla="*/ 353260 h 606166"/>
                  <a:gd name="connsiteX41" fmla="*/ 261763 w 484573"/>
                  <a:gd name="connsiteY41" fmla="*/ 353260 h 606166"/>
                  <a:gd name="connsiteX42" fmla="*/ 249878 w 484573"/>
                  <a:gd name="connsiteY42" fmla="*/ 299036 h 606166"/>
                  <a:gd name="connsiteX43" fmla="*/ 242357 w 484573"/>
                  <a:gd name="connsiteY43" fmla="*/ 257047 h 606166"/>
                  <a:gd name="connsiteX44" fmla="*/ 234744 w 484573"/>
                  <a:gd name="connsiteY44" fmla="*/ 299036 h 606166"/>
                  <a:gd name="connsiteX45" fmla="*/ 222859 w 484573"/>
                  <a:gd name="connsiteY45" fmla="*/ 353260 h 606166"/>
                  <a:gd name="connsiteX46" fmla="*/ 89436 w 484573"/>
                  <a:gd name="connsiteY46" fmla="*/ 353260 h 606166"/>
                  <a:gd name="connsiteX47" fmla="*/ 72259 w 484573"/>
                  <a:gd name="connsiteY47" fmla="*/ 336112 h 606166"/>
                  <a:gd name="connsiteX48" fmla="*/ 72259 w 484573"/>
                  <a:gd name="connsiteY48" fmla="*/ 305432 h 606166"/>
                  <a:gd name="connsiteX49" fmla="*/ 84701 w 484573"/>
                  <a:gd name="connsiteY49" fmla="*/ 279107 h 606166"/>
                  <a:gd name="connsiteX50" fmla="*/ 184141 w 484573"/>
                  <a:gd name="connsiteY50" fmla="*/ 215521 h 606166"/>
                  <a:gd name="connsiteX51" fmla="*/ 185720 w 484573"/>
                  <a:gd name="connsiteY51" fmla="*/ 212741 h 606166"/>
                  <a:gd name="connsiteX52" fmla="*/ 185720 w 484573"/>
                  <a:gd name="connsiteY52" fmla="*/ 179743 h 606166"/>
                  <a:gd name="connsiteX53" fmla="*/ 176064 w 484573"/>
                  <a:gd name="connsiteY53" fmla="*/ 153326 h 606166"/>
                  <a:gd name="connsiteX54" fmla="*/ 162229 w 484573"/>
                  <a:gd name="connsiteY54" fmla="*/ 129319 h 606166"/>
                  <a:gd name="connsiteX55" fmla="*/ 167707 w 484573"/>
                  <a:gd name="connsiteY55" fmla="*/ 100770 h 606166"/>
                  <a:gd name="connsiteX56" fmla="*/ 166222 w 484573"/>
                  <a:gd name="connsiteY56" fmla="*/ 94745 h 606166"/>
                  <a:gd name="connsiteX57" fmla="*/ 166036 w 484573"/>
                  <a:gd name="connsiteY57" fmla="*/ 61376 h 606166"/>
                  <a:gd name="connsiteX58" fmla="*/ 185627 w 484573"/>
                  <a:gd name="connsiteY58" fmla="*/ 27266 h 606166"/>
                  <a:gd name="connsiteX59" fmla="*/ 203732 w 484573"/>
                  <a:gd name="connsiteY59" fmla="*/ 12436 h 606166"/>
                  <a:gd name="connsiteX60" fmla="*/ 221281 w 484573"/>
                  <a:gd name="connsiteY60" fmla="*/ 3445 h 606166"/>
                  <a:gd name="connsiteX61" fmla="*/ 237251 w 484573"/>
                  <a:gd name="connsiteY61" fmla="*/ 293 h 606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484573" h="606166">
                    <a:moveTo>
                      <a:pt x="226085" y="386567"/>
                    </a:moveTo>
                    <a:lnTo>
                      <a:pt x="257375" y="386567"/>
                    </a:lnTo>
                    <a:lnTo>
                      <a:pt x="257375" y="429857"/>
                    </a:lnTo>
                    <a:lnTo>
                      <a:pt x="416980" y="429857"/>
                    </a:lnTo>
                    <a:cubicBezTo>
                      <a:pt x="432207" y="429857"/>
                      <a:pt x="444556" y="442185"/>
                      <a:pt x="444556" y="457388"/>
                    </a:cubicBezTo>
                    <a:lnTo>
                      <a:pt x="444556" y="499008"/>
                    </a:lnTo>
                    <a:cubicBezTo>
                      <a:pt x="467582" y="505497"/>
                      <a:pt x="484573" y="526447"/>
                      <a:pt x="484573" y="551568"/>
                    </a:cubicBezTo>
                    <a:cubicBezTo>
                      <a:pt x="484573" y="581694"/>
                      <a:pt x="460061" y="606166"/>
                      <a:pt x="429886" y="606166"/>
                    </a:cubicBezTo>
                    <a:cubicBezTo>
                      <a:pt x="399617" y="606166"/>
                      <a:pt x="375106" y="581694"/>
                      <a:pt x="375106" y="551568"/>
                    </a:cubicBezTo>
                    <a:cubicBezTo>
                      <a:pt x="375106" y="527188"/>
                      <a:pt x="391075" y="506610"/>
                      <a:pt x="413173" y="499565"/>
                    </a:cubicBezTo>
                    <a:lnTo>
                      <a:pt x="413173" y="461003"/>
                    </a:lnTo>
                    <a:lnTo>
                      <a:pt x="257282" y="461003"/>
                    </a:lnTo>
                    <a:lnTo>
                      <a:pt x="257282" y="499008"/>
                    </a:lnTo>
                    <a:cubicBezTo>
                      <a:pt x="280029" y="505590"/>
                      <a:pt x="296742" y="526632"/>
                      <a:pt x="296742" y="551475"/>
                    </a:cubicBezTo>
                    <a:cubicBezTo>
                      <a:pt x="296742" y="581601"/>
                      <a:pt x="272416" y="606073"/>
                      <a:pt x="242147" y="606073"/>
                    </a:cubicBezTo>
                    <a:cubicBezTo>
                      <a:pt x="211972" y="606073"/>
                      <a:pt x="187460" y="581601"/>
                      <a:pt x="187460" y="551475"/>
                    </a:cubicBezTo>
                    <a:cubicBezTo>
                      <a:pt x="187460" y="527003"/>
                      <a:pt x="203708" y="506239"/>
                      <a:pt x="226085" y="499287"/>
                    </a:cubicBezTo>
                    <a:lnTo>
                      <a:pt x="226085" y="461003"/>
                    </a:lnTo>
                    <a:lnTo>
                      <a:pt x="71121" y="461003"/>
                    </a:lnTo>
                    <a:lnTo>
                      <a:pt x="71121" y="499287"/>
                    </a:lnTo>
                    <a:cubicBezTo>
                      <a:pt x="93220" y="506239"/>
                      <a:pt x="109468" y="527003"/>
                      <a:pt x="109468" y="551475"/>
                    </a:cubicBezTo>
                    <a:cubicBezTo>
                      <a:pt x="109468" y="581601"/>
                      <a:pt x="84956" y="606073"/>
                      <a:pt x="54780" y="606073"/>
                    </a:cubicBezTo>
                    <a:cubicBezTo>
                      <a:pt x="24512" y="606073"/>
                      <a:pt x="0" y="581601"/>
                      <a:pt x="0" y="551475"/>
                    </a:cubicBezTo>
                    <a:cubicBezTo>
                      <a:pt x="0" y="526447"/>
                      <a:pt x="16712" y="505497"/>
                      <a:pt x="39646" y="498916"/>
                    </a:cubicBezTo>
                    <a:lnTo>
                      <a:pt x="39646" y="457109"/>
                    </a:lnTo>
                    <a:cubicBezTo>
                      <a:pt x="39646" y="441907"/>
                      <a:pt x="52180" y="429578"/>
                      <a:pt x="67407" y="429857"/>
                    </a:cubicBezTo>
                    <a:lnTo>
                      <a:pt x="226085" y="429857"/>
                    </a:lnTo>
                    <a:close/>
                    <a:moveTo>
                      <a:pt x="237251" y="293"/>
                    </a:moveTo>
                    <a:cubicBezTo>
                      <a:pt x="254613" y="-1190"/>
                      <a:pt x="267798" y="3167"/>
                      <a:pt x="277268" y="8728"/>
                    </a:cubicBezTo>
                    <a:cubicBezTo>
                      <a:pt x="291381" y="16514"/>
                      <a:pt x="296673" y="26803"/>
                      <a:pt x="296673" y="26803"/>
                    </a:cubicBezTo>
                    <a:cubicBezTo>
                      <a:pt x="296673" y="26803"/>
                      <a:pt x="328985" y="29120"/>
                      <a:pt x="318121" y="94653"/>
                    </a:cubicBezTo>
                    <a:cubicBezTo>
                      <a:pt x="317750" y="96599"/>
                      <a:pt x="317193" y="98731"/>
                      <a:pt x="316636" y="100677"/>
                    </a:cubicBezTo>
                    <a:cubicBezTo>
                      <a:pt x="322764" y="100677"/>
                      <a:pt x="328985" y="105497"/>
                      <a:pt x="322300" y="129226"/>
                    </a:cubicBezTo>
                    <a:cubicBezTo>
                      <a:pt x="317007" y="147764"/>
                      <a:pt x="312179" y="152955"/>
                      <a:pt x="308465" y="153233"/>
                    </a:cubicBezTo>
                    <a:cubicBezTo>
                      <a:pt x="307165" y="161575"/>
                      <a:pt x="303823" y="170844"/>
                      <a:pt x="298809" y="179650"/>
                    </a:cubicBezTo>
                    <a:lnTo>
                      <a:pt x="298809" y="212648"/>
                    </a:lnTo>
                    <a:cubicBezTo>
                      <a:pt x="298809" y="213853"/>
                      <a:pt x="299366" y="214965"/>
                      <a:pt x="300480" y="215521"/>
                    </a:cubicBezTo>
                    <a:cubicBezTo>
                      <a:pt x="310044" y="220063"/>
                      <a:pt x="356839" y="243792"/>
                      <a:pt x="400292" y="279385"/>
                    </a:cubicBezTo>
                    <a:cubicBezTo>
                      <a:pt x="407999" y="285781"/>
                      <a:pt x="412455" y="295421"/>
                      <a:pt x="412455" y="305432"/>
                    </a:cubicBezTo>
                    <a:lnTo>
                      <a:pt x="412455" y="336112"/>
                    </a:lnTo>
                    <a:cubicBezTo>
                      <a:pt x="412455" y="345659"/>
                      <a:pt x="404749" y="353260"/>
                      <a:pt x="395185" y="353260"/>
                    </a:cubicBezTo>
                    <a:lnTo>
                      <a:pt x="261763" y="353260"/>
                    </a:lnTo>
                    <a:lnTo>
                      <a:pt x="249878" y="299036"/>
                    </a:lnTo>
                    <a:cubicBezTo>
                      <a:pt x="278568" y="258993"/>
                      <a:pt x="247650" y="257047"/>
                      <a:pt x="242357" y="257047"/>
                    </a:cubicBezTo>
                    <a:cubicBezTo>
                      <a:pt x="236879" y="257140"/>
                      <a:pt x="206054" y="258993"/>
                      <a:pt x="234744" y="299036"/>
                    </a:cubicBezTo>
                    <a:lnTo>
                      <a:pt x="222859" y="353260"/>
                    </a:lnTo>
                    <a:lnTo>
                      <a:pt x="89436" y="353260"/>
                    </a:lnTo>
                    <a:cubicBezTo>
                      <a:pt x="79873" y="353260"/>
                      <a:pt x="72259" y="345659"/>
                      <a:pt x="72259" y="336112"/>
                    </a:cubicBezTo>
                    <a:lnTo>
                      <a:pt x="72259" y="305432"/>
                    </a:lnTo>
                    <a:cubicBezTo>
                      <a:pt x="72259" y="295236"/>
                      <a:pt x="76809" y="285596"/>
                      <a:pt x="84701" y="279107"/>
                    </a:cubicBezTo>
                    <a:cubicBezTo>
                      <a:pt x="128061" y="243699"/>
                      <a:pt x="174578" y="220063"/>
                      <a:pt x="184141" y="215521"/>
                    </a:cubicBezTo>
                    <a:cubicBezTo>
                      <a:pt x="185163" y="214873"/>
                      <a:pt x="185906" y="213853"/>
                      <a:pt x="185720" y="212741"/>
                    </a:cubicBezTo>
                    <a:lnTo>
                      <a:pt x="185720" y="179743"/>
                    </a:lnTo>
                    <a:cubicBezTo>
                      <a:pt x="180706" y="171030"/>
                      <a:pt x="177456" y="161761"/>
                      <a:pt x="176064" y="153326"/>
                    </a:cubicBezTo>
                    <a:cubicBezTo>
                      <a:pt x="172350" y="153048"/>
                      <a:pt x="167429" y="147857"/>
                      <a:pt x="162229" y="129319"/>
                    </a:cubicBezTo>
                    <a:cubicBezTo>
                      <a:pt x="155637" y="105868"/>
                      <a:pt x="161579" y="100956"/>
                      <a:pt x="167707" y="100770"/>
                    </a:cubicBezTo>
                    <a:cubicBezTo>
                      <a:pt x="167057" y="98824"/>
                      <a:pt x="166593" y="96692"/>
                      <a:pt x="166222" y="94745"/>
                    </a:cubicBezTo>
                    <a:cubicBezTo>
                      <a:pt x="163993" y="82881"/>
                      <a:pt x="163343" y="71851"/>
                      <a:pt x="166036" y="61376"/>
                    </a:cubicBezTo>
                    <a:cubicBezTo>
                      <a:pt x="169379" y="47287"/>
                      <a:pt x="177085" y="36072"/>
                      <a:pt x="185627" y="27266"/>
                    </a:cubicBezTo>
                    <a:cubicBezTo>
                      <a:pt x="191105" y="21612"/>
                      <a:pt x="197233" y="16514"/>
                      <a:pt x="203732" y="12436"/>
                    </a:cubicBezTo>
                    <a:cubicBezTo>
                      <a:pt x="209025" y="8728"/>
                      <a:pt x="214874" y="5484"/>
                      <a:pt x="221281" y="3445"/>
                    </a:cubicBezTo>
                    <a:cubicBezTo>
                      <a:pt x="226387" y="1684"/>
                      <a:pt x="231680" y="571"/>
                      <a:pt x="237251" y="293"/>
                    </a:cubicBezTo>
                    <a:close/>
                  </a:path>
                </a:pathLst>
              </a:custGeom>
              <a:solidFill>
                <a:schemeClr val="bg1"/>
              </a:solid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11" name="iŝľïḓé"/>
            <p:cNvSpPr/>
            <p:nvPr/>
          </p:nvSpPr>
          <p:spPr bwMode="auto">
            <a:xfrm>
              <a:off x="1023997" y="4383756"/>
              <a:ext cx="1863219" cy="1025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pPr>
              <a:endParaRPr lang="en-US" altLang="zh-CN" sz="11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cxnSp>
          <p:nvCxnSpPr>
            <p:cNvPr id="13" name="直接箭头连接符 12"/>
            <p:cNvCxnSpPr>
              <a:stCxn id="38" idx="4"/>
              <a:endCxn id="11" idx="0"/>
            </p:cNvCxnSpPr>
            <p:nvPr/>
          </p:nvCxnSpPr>
          <p:spPr>
            <a:xfrm>
              <a:off x="1955606" y="3217171"/>
              <a:ext cx="1" cy="1166585"/>
            </a:xfrm>
            <a:prstGeom prst="straightConnector1">
              <a:avLst/>
            </a:prstGeom>
            <a:ln w="3175" cap="rnd">
              <a:solidFill>
                <a:schemeClr val="bg1">
                  <a:lumMod val="75000"/>
                </a:schemeClr>
              </a:solidFill>
              <a:round/>
              <a:tailEnd type="oval"/>
            </a:ln>
          </p:spPr>
          <p:style>
            <a:lnRef idx="1">
              <a:schemeClr val="accent1"/>
            </a:lnRef>
            <a:fillRef idx="0">
              <a:schemeClr val="accent1"/>
            </a:fillRef>
            <a:effectRef idx="0">
              <a:schemeClr val="accent1"/>
            </a:effectRef>
            <a:fontRef idx="minor">
              <a:schemeClr val="tx1"/>
            </a:fontRef>
          </p:style>
        </p:cxnSp>
        <p:grpSp>
          <p:nvGrpSpPr>
            <p:cNvPr id="14" name="íśḷîḓê"/>
            <p:cNvGrpSpPr/>
            <p:nvPr/>
          </p:nvGrpSpPr>
          <p:grpSpPr>
            <a:xfrm>
              <a:off x="3564121" y="2087618"/>
              <a:ext cx="923364" cy="923364"/>
              <a:chOff x="3563471" y="2289362"/>
              <a:chExt cx="923364" cy="923364"/>
            </a:xfrm>
          </p:grpSpPr>
          <p:sp>
            <p:nvSpPr>
              <p:cNvPr id="36" name="îṧ1îḓê"/>
              <p:cNvSpPr/>
              <p:nvPr/>
            </p:nvSpPr>
            <p:spPr>
              <a:xfrm>
                <a:off x="3563471" y="2289362"/>
                <a:ext cx="923364" cy="923364"/>
              </a:xfrm>
              <a:prstGeom prst="ellipse">
                <a:avLst/>
              </a:prstGeom>
              <a:solidFill>
                <a:schemeClr val="tx1">
                  <a:lumMod val="50000"/>
                  <a:lumOff val="50000"/>
                </a:schemeClr>
              </a:solid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7" name="islíḍé"/>
              <p:cNvSpPr/>
              <p:nvPr/>
            </p:nvSpPr>
            <p:spPr>
              <a:xfrm>
                <a:off x="3821216" y="2543737"/>
                <a:ext cx="407876" cy="414616"/>
              </a:xfrm>
              <a:custGeom>
                <a:avLst/>
                <a:gdLst>
                  <a:gd name="connsiteX0" fmla="*/ 24879 w 541917"/>
                  <a:gd name="connsiteY0" fmla="*/ 387059 h 550871"/>
                  <a:gd name="connsiteX1" fmla="*/ 518330 w 541917"/>
                  <a:gd name="connsiteY1" fmla="*/ 387059 h 550871"/>
                  <a:gd name="connsiteX2" fmla="*/ 536414 w 541917"/>
                  <a:gd name="connsiteY2" fmla="*/ 396088 h 550871"/>
                  <a:gd name="connsiteX3" fmla="*/ 541581 w 541917"/>
                  <a:gd name="connsiteY3" fmla="*/ 415436 h 550871"/>
                  <a:gd name="connsiteX4" fmla="*/ 522205 w 541917"/>
                  <a:gd name="connsiteY4" fmla="*/ 550871 h 550871"/>
                  <a:gd name="connsiteX5" fmla="*/ 19712 w 541917"/>
                  <a:gd name="connsiteY5" fmla="*/ 550871 h 550871"/>
                  <a:gd name="connsiteX6" fmla="*/ 336 w 541917"/>
                  <a:gd name="connsiteY6" fmla="*/ 415436 h 550871"/>
                  <a:gd name="connsiteX7" fmla="*/ 5503 w 541917"/>
                  <a:gd name="connsiteY7" fmla="*/ 396088 h 550871"/>
                  <a:gd name="connsiteX8" fmla="*/ 24879 w 541917"/>
                  <a:gd name="connsiteY8" fmla="*/ 387059 h 550871"/>
                  <a:gd name="connsiteX9" fmla="*/ 292206 w 541917"/>
                  <a:gd name="connsiteY9" fmla="*/ 330316 h 550871"/>
                  <a:gd name="connsiteX10" fmla="*/ 417595 w 541917"/>
                  <a:gd name="connsiteY10" fmla="*/ 330316 h 550871"/>
                  <a:gd name="connsiteX11" fmla="*/ 426644 w 541917"/>
                  <a:gd name="connsiteY11" fmla="*/ 341907 h 550871"/>
                  <a:gd name="connsiteX12" fmla="*/ 424058 w 541917"/>
                  <a:gd name="connsiteY12" fmla="*/ 359937 h 550871"/>
                  <a:gd name="connsiteX13" fmla="*/ 411132 w 541917"/>
                  <a:gd name="connsiteY13" fmla="*/ 371528 h 550871"/>
                  <a:gd name="connsiteX14" fmla="*/ 267645 w 541917"/>
                  <a:gd name="connsiteY14" fmla="*/ 371528 h 550871"/>
                  <a:gd name="connsiteX15" fmla="*/ 267645 w 541917"/>
                  <a:gd name="connsiteY15" fmla="*/ 361225 h 550871"/>
                  <a:gd name="connsiteX16" fmla="*/ 268938 w 541917"/>
                  <a:gd name="connsiteY16" fmla="*/ 359937 h 550871"/>
                  <a:gd name="connsiteX17" fmla="*/ 292206 w 541917"/>
                  <a:gd name="connsiteY17" fmla="*/ 330316 h 550871"/>
                  <a:gd name="connsiteX18" fmla="*/ 274065 w 541917"/>
                  <a:gd name="connsiteY18" fmla="*/ 245200 h 550871"/>
                  <a:gd name="connsiteX19" fmla="*/ 429145 w 541917"/>
                  <a:gd name="connsiteY19" fmla="*/ 245200 h 550871"/>
                  <a:gd name="connsiteX20" fmla="*/ 439484 w 541917"/>
                  <a:gd name="connsiteY20" fmla="*/ 259348 h 550871"/>
                  <a:gd name="connsiteX21" fmla="*/ 436899 w 541917"/>
                  <a:gd name="connsiteY21" fmla="*/ 279927 h 550871"/>
                  <a:gd name="connsiteX22" fmla="*/ 422684 w 541917"/>
                  <a:gd name="connsiteY22" fmla="*/ 294074 h 550871"/>
                  <a:gd name="connsiteX23" fmla="*/ 289573 w 541917"/>
                  <a:gd name="connsiteY23" fmla="*/ 294074 h 550871"/>
                  <a:gd name="connsiteX24" fmla="*/ 281819 w 541917"/>
                  <a:gd name="connsiteY24" fmla="*/ 283785 h 550871"/>
                  <a:gd name="connsiteX25" fmla="*/ 274065 w 541917"/>
                  <a:gd name="connsiteY25" fmla="*/ 245200 h 550871"/>
                  <a:gd name="connsiteX26" fmla="*/ 205692 w 541917"/>
                  <a:gd name="connsiteY26" fmla="*/ 219313 h 550871"/>
                  <a:gd name="connsiteX27" fmla="*/ 267629 w 541917"/>
                  <a:gd name="connsiteY27" fmla="*/ 298025 h 550871"/>
                  <a:gd name="connsiteX28" fmla="*/ 270210 w 541917"/>
                  <a:gd name="connsiteY28" fmla="*/ 296735 h 550871"/>
                  <a:gd name="connsiteX29" fmla="*/ 279242 w 541917"/>
                  <a:gd name="connsiteY29" fmla="*/ 318671 h 550871"/>
                  <a:gd name="connsiteX30" fmla="*/ 262468 w 541917"/>
                  <a:gd name="connsiteY30" fmla="*/ 345768 h 550871"/>
                  <a:gd name="connsiteX31" fmla="*/ 259887 w 541917"/>
                  <a:gd name="connsiteY31" fmla="*/ 344478 h 550871"/>
                  <a:gd name="connsiteX32" fmla="*/ 243112 w 541917"/>
                  <a:gd name="connsiteY32" fmla="*/ 370285 h 550871"/>
                  <a:gd name="connsiteX33" fmla="*/ 187627 w 541917"/>
                  <a:gd name="connsiteY33" fmla="*/ 370285 h 550871"/>
                  <a:gd name="connsiteX34" fmla="*/ 168272 w 541917"/>
                  <a:gd name="connsiteY34" fmla="*/ 345768 h 550871"/>
                  <a:gd name="connsiteX35" fmla="*/ 165691 w 541917"/>
                  <a:gd name="connsiteY35" fmla="*/ 345768 h 550871"/>
                  <a:gd name="connsiteX36" fmla="*/ 146336 w 541917"/>
                  <a:gd name="connsiteY36" fmla="*/ 318671 h 550871"/>
                  <a:gd name="connsiteX37" fmla="*/ 152787 w 541917"/>
                  <a:gd name="connsiteY37" fmla="*/ 296735 h 550871"/>
                  <a:gd name="connsiteX38" fmla="*/ 154078 w 541917"/>
                  <a:gd name="connsiteY38" fmla="*/ 296735 h 550871"/>
                  <a:gd name="connsiteX39" fmla="*/ 205692 w 541917"/>
                  <a:gd name="connsiteY39" fmla="*/ 219313 h 550871"/>
                  <a:gd name="connsiteX40" fmla="*/ 76563 w 541917"/>
                  <a:gd name="connsiteY40" fmla="*/ 122600 h 550871"/>
                  <a:gd name="connsiteX41" fmla="*/ 464111 w 541917"/>
                  <a:gd name="connsiteY41" fmla="*/ 122600 h 550871"/>
                  <a:gd name="connsiteX42" fmla="*/ 536453 w 541917"/>
                  <a:gd name="connsiteY42" fmla="*/ 194836 h 550871"/>
                  <a:gd name="connsiteX43" fmla="*/ 513200 w 541917"/>
                  <a:gd name="connsiteY43" fmla="*/ 362527 h 550871"/>
                  <a:gd name="connsiteX44" fmla="*/ 479613 w 541917"/>
                  <a:gd name="connsiteY44" fmla="*/ 362527 h 550871"/>
                  <a:gd name="connsiteX45" fmla="*/ 501574 w 541917"/>
                  <a:gd name="connsiteY45" fmla="*/ 194836 h 550871"/>
                  <a:gd name="connsiteX46" fmla="*/ 464111 w 541917"/>
                  <a:gd name="connsiteY46" fmla="*/ 157428 h 550871"/>
                  <a:gd name="connsiteX47" fmla="*/ 76563 w 541917"/>
                  <a:gd name="connsiteY47" fmla="*/ 157428 h 550871"/>
                  <a:gd name="connsiteX48" fmla="*/ 39100 w 541917"/>
                  <a:gd name="connsiteY48" fmla="*/ 194836 h 550871"/>
                  <a:gd name="connsiteX49" fmla="*/ 63645 w 541917"/>
                  <a:gd name="connsiteY49" fmla="*/ 365107 h 550871"/>
                  <a:gd name="connsiteX50" fmla="*/ 30057 w 541917"/>
                  <a:gd name="connsiteY50" fmla="*/ 365107 h 550871"/>
                  <a:gd name="connsiteX51" fmla="*/ 4221 w 541917"/>
                  <a:gd name="connsiteY51" fmla="*/ 194836 h 550871"/>
                  <a:gd name="connsiteX52" fmla="*/ 76563 w 541917"/>
                  <a:gd name="connsiteY52" fmla="*/ 122600 h 550871"/>
                  <a:gd name="connsiteX53" fmla="*/ 89318 w 541917"/>
                  <a:gd name="connsiteY53" fmla="*/ 57986 h 550871"/>
                  <a:gd name="connsiteX54" fmla="*/ 436859 w 541917"/>
                  <a:gd name="connsiteY54" fmla="*/ 57986 h 550871"/>
                  <a:gd name="connsiteX55" fmla="*/ 444611 w 541917"/>
                  <a:gd name="connsiteY55" fmla="*/ 61864 h 550871"/>
                  <a:gd name="connsiteX56" fmla="*/ 445903 w 541917"/>
                  <a:gd name="connsiteY56" fmla="*/ 69619 h 550871"/>
                  <a:gd name="connsiteX57" fmla="*/ 440735 w 541917"/>
                  <a:gd name="connsiteY57" fmla="*/ 95470 h 550871"/>
                  <a:gd name="connsiteX58" fmla="*/ 86734 w 541917"/>
                  <a:gd name="connsiteY58" fmla="*/ 95470 h 550871"/>
                  <a:gd name="connsiteX59" fmla="*/ 80274 w 541917"/>
                  <a:gd name="connsiteY59" fmla="*/ 69619 h 550871"/>
                  <a:gd name="connsiteX60" fmla="*/ 81566 w 541917"/>
                  <a:gd name="connsiteY60" fmla="*/ 61864 h 550871"/>
                  <a:gd name="connsiteX61" fmla="*/ 89318 w 541917"/>
                  <a:gd name="connsiteY61" fmla="*/ 57986 h 550871"/>
                  <a:gd name="connsiteX62" fmla="*/ 125555 w 541917"/>
                  <a:gd name="connsiteY62" fmla="*/ 0 h 550871"/>
                  <a:gd name="connsiteX63" fmla="*/ 401914 w 541917"/>
                  <a:gd name="connsiteY63" fmla="*/ 0 h 550871"/>
                  <a:gd name="connsiteX64" fmla="*/ 408371 w 541917"/>
                  <a:gd name="connsiteY64" fmla="*/ 3878 h 550871"/>
                  <a:gd name="connsiteX65" fmla="*/ 409663 w 541917"/>
                  <a:gd name="connsiteY65" fmla="*/ 10341 h 550871"/>
                  <a:gd name="connsiteX66" fmla="*/ 405789 w 541917"/>
                  <a:gd name="connsiteY66" fmla="*/ 37484 h 550871"/>
                  <a:gd name="connsiteX67" fmla="*/ 121681 w 541917"/>
                  <a:gd name="connsiteY67" fmla="*/ 37484 h 550871"/>
                  <a:gd name="connsiteX68" fmla="*/ 116516 w 541917"/>
                  <a:gd name="connsiteY68" fmla="*/ 10341 h 550871"/>
                  <a:gd name="connsiteX69" fmla="*/ 117807 w 541917"/>
                  <a:gd name="connsiteY69" fmla="*/ 3878 h 550871"/>
                  <a:gd name="connsiteX70" fmla="*/ 125555 w 541917"/>
                  <a:gd name="connsiteY70" fmla="*/ 0 h 550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541917" h="550871">
                    <a:moveTo>
                      <a:pt x="24879" y="387059"/>
                    </a:moveTo>
                    <a:lnTo>
                      <a:pt x="518330" y="387059"/>
                    </a:lnTo>
                    <a:cubicBezTo>
                      <a:pt x="524789" y="387059"/>
                      <a:pt x="531247" y="390929"/>
                      <a:pt x="536414" y="396088"/>
                    </a:cubicBezTo>
                    <a:cubicBezTo>
                      <a:pt x="540290" y="401248"/>
                      <a:pt x="542873" y="407697"/>
                      <a:pt x="541581" y="415436"/>
                    </a:cubicBezTo>
                    <a:lnTo>
                      <a:pt x="522205" y="550871"/>
                    </a:lnTo>
                    <a:lnTo>
                      <a:pt x="19712" y="550871"/>
                    </a:lnTo>
                    <a:lnTo>
                      <a:pt x="336" y="415436"/>
                    </a:lnTo>
                    <a:cubicBezTo>
                      <a:pt x="-956" y="407697"/>
                      <a:pt x="1627" y="401248"/>
                      <a:pt x="5503" y="396088"/>
                    </a:cubicBezTo>
                    <a:cubicBezTo>
                      <a:pt x="10670" y="390929"/>
                      <a:pt x="17128" y="387059"/>
                      <a:pt x="24879" y="387059"/>
                    </a:cubicBezTo>
                    <a:close/>
                    <a:moveTo>
                      <a:pt x="292206" y="330316"/>
                    </a:moveTo>
                    <a:lnTo>
                      <a:pt x="417595" y="330316"/>
                    </a:lnTo>
                    <a:cubicBezTo>
                      <a:pt x="424058" y="330316"/>
                      <a:pt x="427936" y="335468"/>
                      <a:pt x="426644" y="341907"/>
                    </a:cubicBezTo>
                    <a:lnTo>
                      <a:pt x="424058" y="359937"/>
                    </a:lnTo>
                    <a:cubicBezTo>
                      <a:pt x="422766" y="366377"/>
                      <a:pt x="417595" y="371528"/>
                      <a:pt x="411132" y="371528"/>
                    </a:cubicBezTo>
                    <a:lnTo>
                      <a:pt x="267645" y="371528"/>
                    </a:lnTo>
                    <a:lnTo>
                      <a:pt x="267645" y="361225"/>
                    </a:lnTo>
                    <a:cubicBezTo>
                      <a:pt x="267645" y="359937"/>
                      <a:pt x="268938" y="359937"/>
                      <a:pt x="268938" y="359937"/>
                    </a:cubicBezTo>
                    <a:cubicBezTo>
                      <a:pt x="279279" y="356074"/>
                      <a:pt x="288328" y="343195"/>
                      <a:pt x="292206" y="330316"/>
                    </a:cubicBezTo>
                    <a:close/>
                    <a:moveTo>
                      <a:pt x="274065" y="245200"/>
                    </a:moveTo>
                    <a:lnTo>
                      <a:pt x="429145" y="245200"/>
                    </a:lnTo>
                    <a:cubicBezTo>
                      <a:pt x="436899" y="245200"/>
                      <a:pt x="440776" y="251631"/>
                      <a:pt x="439484" y="259348"/>
                    </a:cubicBezTo>
                    <a:lnTo>
                      <a:pt x="436899" y="279927"/>
                    </a:lnTo>
                    <a:cubicBezTo>
                      <a:pt x="435607" y="287643"/>
                      <a:pt x="429145" y="292788"/>
                      <a:pt x="422684" y="294074"/>
                    </a:cubicBezTo>
                    <a:lnTo>
                      <a:pt x="289573" y="294074"/>
                    </a:lnTo>
                    <a:cubicBezTo>
                      <a:pt x="286989" y="288930"/>
                      <a:pt x="285696" y="286357"/>
                      <a:pt x="281819" y="283785"/>
                    </a:cubicBezTo>
                    <a:cubicBezTo>
                      <a:pt x="280527" y="268351"/>
                      <a:pt x="277942" y="255490"/>
                      <a:pt x="274065" y="245200"/>
                    </a:cubicBezTo>
                    <a:close/>
                    <a:moveTo>
                      <a:pt x="205692" y="219313"/>
                    </a:moveTo>
                    <a:cubicBezTo>
                      <a:pt x="257306" y="219313"/>
                      <a:pt x="266339" y="264476"/>
                      <a:pt x="267629" y="298025"/>
                    </a:cubicBezTo>
                    <a:cubicBezTo>
                      <a:pt x="267629" y="296735"/>
                      <a:pt x="268919" y="296735"/>
                      <a:pt x="270210" y="296735"/>
                    </a:cubicBezTo>
                    <a:cubicBezTo>
                      <a:pt x="277952" y="296735"/>
                      <a:pt x="279242" y="307058"/>
                      <a:pt x="279242" y="318671"/>
                    </a:cubicBezTo>
                    <a:cubicBezTo>
                      <a:pt x="277952" y="330284"/>
                      <a:pt x="270210" y="345768"/>
                      <a:pt x="262468" y="345768"/>
                    </a:cubicBezTo>
                    <a:cubicBezTo>
                      <a:pt x="261177" y="345768"/>
                      <a:pt x="259887" y="345768"/>
                      <a:pt x="259887" y="344478"/>
                    </a:cubicBezTo>
                    <a:cubicBezTo>
                      <a:pt x="254725" y="354801"/>
                      <a:pt x="249564" y="363833"/>
                      <a:pt x="243112" y="370285"/>
                    </a:cubicBezTo>
                    <a:lnTo>
                      <a:pt x="187627" y="370285"/>
                    </a:lnTo>
                    <a:cubicBezTo>
                      <a:pt x="179885" y="363833"/>
                      <a:pt x="173433" y="354801"/>
                      <a:pt x="168272" y="345768"/>
                    </a:cubicBezTo>
                    <a:cubicBezTo>
                      <a:pt x="166981" y="345768"/>
                      <a:pt x="166981" y="345768"/>
                      <a:pt x="165691" y="345768"/>
                    </a:cubicBezTo>
                    <a:cubicBezTo>
                      <a:pt x="157949" y="345768"/>
                      <a:pt x="147626" y="330284"/>
                      <a:pt x="146336" y="318671"/>
                    </a:cubicBezTo>
                    <a:cubicBezTo>
                      <a:pt x="145045" y="307058"/>
                      <a:pt x="145045" y="296735"/>
                      <a:pt x="152787" y="296735"/>
                    </a:cubicBezTo>
                    <a:cubicBezTo>
                      <a:pt x="152787" y="296735"/>
                      <a:pt x="154078" y="296735"/>
                      <a:pt x="154078" y="296735"/>
                    </a:cubicBezTo>
                    <a:cubicBezTo>
                      <a:pt x="151497" y="263185"/>
                      <a:pt x="157949" y="219313"/>
                      <a:pt x="205692" y="219313"/>
                    </a:cubicBezTo>
                    <a:close/>
                    <a:moveTo>
                      <a:pt x="76563" y="122600"/>
                    </a:moveTo>
                    <a:lnTo>
                      <a:pt x="464111" y="122600"/>
                    </a:lnTo>
                    <a:cubicBezTo>
                      <a:pt x="504158" y="122600"/>
                      <a:pt x="536453" y="154849"/>
                      <a:pt x="536453" y="194836"/>
                    </a:cubicBezTo>
                    <a:lnTo>
                      <a:pt x="513200" y="362527"/>
                    </a:lnTo>
                    <a:lnTo>
                      <a:pt x="479613" y="362527"/>
                    </a:lnTo>
                    <a:lnTo>
                      <a:pt x="501574" y="194836"/>
                    </a:lnTo>
                    <a:cubicBezTo>
                      <a:pt x="501574" y="174197"/>
                      <a:pt x="484780" y="157428"/>
                      <a:pt x="464111" y="157428"/>
                    </a:cubicBezTo>
                    <a:lnTo>
                      <a:pt x="76563" y="157428"/>
                    </a:lnTo>
                    <a:cubicBezTo>
                      <a:pt x="55894" y="157428"/>
                      <a:pt x="39100" y="174197"/>
                      <a:pt x="39100" y="194836"/>
                    </a:cubicBezTo>
                    <a:lnTo>
                      <a:pt x="63645" y="365107"/>
                    </a:lnTo>
                    <a:lnTo>
                      <a:pt x="30057" y="365107"/>
                    </a:lnTo>
                    <a:lnTo>
                      <a:pt x="4221" y="194836"/>
                    </a:lnTo>
                    <a:cubicBezTo>
                      <a:pt x="4221" y="154849"/>
                      <a:pt x="36516" y="122600"/>
                      <a:pt x="76563" y="122600"/>
                    </a:cubicBezTo>
                    <a:close/>
                    <a:moveTo>
                      <a:pt x="89318" y="57986"/>
                    </a:moveTo>
                    <a:lnTo>
                      <a:pt x="436859" y="57986"/>
                    </a:lnTo>
                    <a:cubicBezTo>
                      <a:pt x="440735" y="57986"/>
                      <a:pt x="443319" y="59279"/>
                      <a:pt x="444611" y="61864"/>
                    </a:cubicBezTo>
                    <a:cubicBezTo>
                      <a:pt x="445903" y="64449"/>
                      <a:pt x="447195" y="67034"/>
                      <a:pt x="445903" y="69619"/>
                    </a:cubicBezTo>
                    <a:lnTo>
                      <a:pt x="440735" y="95470"/>
                    </a:lnTo>
                    <a:lnTo>
                      <a:pt x="86734" y="95470"/>
                    </a:lnTo>
                    <a:lnTo>
                      <a:pt x="80274" y="69619"/>
                    </a:lnTo>
                    <a:cubicBezTo>
                      <a:pt x="78982" y="67034"/>
                      <a:pt x="80274" y="64449"/>
                      <a:pt x="81566" y="61864"/>
                    </a:cubicBezTo>
                    <a:cubicBezTo>
                      <a:pt x="84150" y="59279"/>
                      <a:pt x="86734" y="57986"/>
                      <a:pt x="89318" y="57986"/>
                    </a:cubicBezTo>
                    <a:close/>
                    <a:moveTo>
                      <a:pt x="125555" y="0"/>
                    </a:moveTo>
                    <a:lnTo>
                      <a:pt x="401914" y="0"/>
                    </a:lnTo>
                    <a:cubicBezTo>
                      <a:pt x="404497" y="0"/>
                      <a:pt x="407080" y="1293"/>
                      <a:pt x="408371" y="3878"/>
                    </a:cubicBezTo>
                    <a:cubicBezTo>
                      <a:pt x="409663" y="5170"/>
                      <a:pt x="410954" y="7756"/>
                      <a:pt x="409663" y="10341"/>
                    </a:cubicBezTo>
                    <a:lnTo>
                      <a:pt x="405789" y="37484"/>
                    </a:lnTo>
                    <a:lnTo>
                      <a:pt x="121681" y="37484"/>
                    </a:lnTo>
                    <a:lnTo>
                      <a:pt x="116516" y="10341"/>
                    </a:lnTo>
                    <a:cubicBezTo>
                      <a:pt x="115224" y="7756"/>
                      <a:pt x="116516" y="5170"/>
                      <a:pt x="117807" y="3878"/>
                    </a:cubicBezTo>
                    <a:cubicBezTo>
                      <a:pt x="120390" y="1293"/>
                      <a:pt x="122973" y="0"/>
                      <a:pt x="125555" y="0"/>
                    </a:cubicBezTo>
                    <a:close/>
                  </a:path>
                </a:pathLst>
              </a:custGeom>
              <a:solidFill>
                <a:schemeClr val="bg1"/>
              </a:solid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cxnSp>
          <p:nvCxnSpPr>
            <p:cNvPr id="17" name="直接箭头连接符 16"/>
            <p:cNvCxnSpPr>
              <a:stCxn id="36" idx="4"/>
            </p:cNvCxnSpPr>
            <p:nvPr/>
          </p:nvCxnSpPr>
          <p:spPr>
            <a:xfrm>
              <a:off x="4025803" y="3010982"/>
              <a:ext cx="1" cy="882104"/>
            </a:xfrm>
            <a:prstGeom prst="straightConnector1">
              <a:avLst/>
            </a:prstGeom>
            <a:ln w="3175" cap="rnd">
              <a:solidFill>
                <a:schemeClr val="bg1">
                  <a:lumMod val="75000"/>
                </a:schemeClr>
              </a:solidFill>
              <a:round/>
              <a:tailEnd type="oval"/>
            </a:ln>
          </p:spPr>
          <p:style>
            <a:lnRef idx="1">
              <a:schemeClr val="accent1"/>
            </a:lnRef>
            <a:fillRef idx="0">
              <a:schemeClr val="accent1"/>
            </a:fillRef>
            <a:effectRef idx="0">
              <a:schemeClr val="accent1"/>
            </a:effectRef>
            <a:fontRef idx="minor">
              <a:schemeClr val="tx1"/>
            </a:fontRef>
          </p:style>
        </p:cxnSp>
        <p:grpSp>
          <p:nvGrpSpPr>
            <p:cNvPr id="18" name="îşļïḑè"/>
            <p:cNvGrpSpPr/>
            <p:nvPr/>
          </p:nvGrpSpPr>
          <p:grpSpPr>
            <a:xfrm>
              <a:off x="5428129" y="1881429"/>
              <a:ext cx="1335742" cy="1335742"/>
              <a:chOff x="5428129" y="2083173"/>
              <a:chExt cx="1335742" cy="1335742"/>
            </a:xfrm>
          </p:grpSpPr>
          <p:sp>
            <p:nvSpPr>
              <p:cNvPr id="34" name="îṧlîḍê"/>
              <p:cNvSpPr/>
              <p:nvPr/>
            </p:nvSpPr>
            <p:spPr>
              <a:xfrm>
                <a:off x="5428129" y="2083173"/>
                <a:ext cx="1335742" cy="1335742"/>
              </a:xfrm>
              <a:prstGeom prst="ellipse">
                <a:avLst/>
              </a:prstGeom>
              <a:solidFill>
                <a:schemeClr val="accent1">
                  <a:lumMod val="100000"/>
                </a:schemeClr>
              </a:solid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5" name="ïŝļiḑé"/>
              <p:cNvSpPr/>
              <p:nvPr/>
            </p:nvSpPr>
            <p:spPr>
              <a:xfrm>
                <a:off x="5794113" y="2373406"/>
                <a:ext cx="603772" cy="755276"/>
              </a:xfrm>
              <a:custGeom>
                <a:avLst/>
                <a:gdLst>
                  <a:gd name="connsiteX0" fmla="*/ 226085 w 484573"/>
                  <a:gd name="connsiteY0" fmla="*/ 386567 h 606166"/>
                  <a:gd name="connsiteX1" fmla="*/ 257375 w 484573"/>
                  <a:gd name="connsiteY1" fmla="*/ 386567 h 606166"/>
                  <a:gd name="connsiteX2" fmla="*/ 257375 w 484573"/>
                  <a:gd name="connsiteY2" fmla="*/ 429857 h 606166"/>
                  <a:gd name="connsiteX3" fmla="*/ 416980 w 484573"/>
                  <a:gd name="connsiteY3" fmla="*/ 429857 h 606166"/>
                  <a:gd name="connsiteX4" fmla="*/ 444556 w 484573"/>
                  <a:gd name="connsiteY4" fmla="*/ 457388 h 606166"/>
                  <a:gd name="connsiteX5" fmla="*/ 444556 w 484573"/>
                  <a:gd name="connsiteY5" fmla="*/ 499008 h 606166"/>
                  <a:gd name="connsiteX6" fmla="*/ 484573 w 484573"/>
                  <a:gd name="connsiteY6" fmla="*/ 551568 h 606166"/>
                  <a:gd name="connsiteX7" fmla="*/ 429886 w 484573"/>
                  <a:gd name="connsiteY7" fmla="*/ 606166 h 606166"/>
                  <a:gd name="connsiteX8" fmla="*/ 375106 w 484573"/>
                  <a:gd name="connsiteY8" fmla="*/ 551568 h 606166"/>
                  <a:gd name="connsiteX9" fmla="*/ 413173 w 484573"/>
                  <a:gd name="connsiteY9" fmla="*/ 499565 h 606166"/>
                  <a:gd name="connsiteX10" fmla="*/ 413173 w 484573"/>
                  <a:gd name="connsiteY10" fmla="*/ 461003 h 606166"/>
                  <a:gd name="connsiteX11" fmla="*/ 257282 w 484573"/>
                  <a:gd name="connsiteY11" fmla="*/ 461003 h 606166"/>
                  <a:gd name="connsiteX12" fmla="*/ 257282 w 484573"/>
                  <a:gd name="connsiteY12" fmla="*/ 499008 h 606166"/>
                  <a:gd name="connsiteX13" fmla="*/ 296742 w 484573"/>
                  <a:gd name="connsiteY13" fmla="*/ 551475 h 606166"/>
                  <a:gd name="connsiteX14" fmla="*/ 242147 w 484573"/>
                  <a:gd name="connsiteY14" fmla="*/ 606073 h 606166"/>
                  <a:gd name="connsiteX15" fmla="*/ 187460 w 484573"/>
                  <a:gd name="connsiteY15" fmla="*/ 551475 h 606166"/>
                  <a:gd name="connsiteX16" fmla="*/ 226085 w 484573"/>
                  <a:gd name="connsiteY16" fmla="*/ 499287 h 606166"/>
                  <a:gd name="connsiteX17" fmla="*/ 226085 w 484573"/>
                  <a:gd name="connsiteY17" fmla="*/ 461003 h 606166"/>
                  <a:gd name="connsiteX18" fmla="*/ 71121 w 484573"/>
                  <a:gd name="connsiteY18" fmla="*/ 461003 h 606166"/>
                  <a:gd name="connsiteX19" fmla="*/ 71121 w 484573"/>
                  <a:gd name="connsiteY19" fmla="*/ 499287 h 606166"/>
                  <a:gd name="connsiteX20" fmla="*/ 109468 w 484573"/>
                  <a:gd name="connsiteY20" fmla="*/ 551475 h 606166"/>
                  <a:gd name="connsiteX21" fmla="*/ 54780 w 484573"/>
                  <a:gd name="connsiteY21" fmla="*/ 606073 h 606166"/>
                  <a:gd name="connsiteX22" fmla="*/ 0 w 484573"/>
                  <a:gd name="connsiteY22" fmla="*/ 551475 h 606166"/>
                  <a:gd name="connsiteX23" fmla="*/ 39646 w 484573"/>
                  <a:gd name="connsiteY23" fmla="*/ 498916 h 606166"/>
                  <a:gd name="connsiteX24" fmla="*/ 39646 w 484573"/>
                  <a:gd name="connsiteY24" fmla="*/ 457109 h 606166"/>
                  <a:gd name="connsiteX25" fmla="*/ 67407 w 484573"/>
                  <a:gd name="connsiteY25" fmla="*/ 429857 h 606166"/>
                  <a:gd name="connsiteX26" fmla="*/ 226085 w 484573"/>
                  <a:gd name="connsiteY26" fmla="*/ 429857 h 606166"/>
                  <a:gd name="connsiteX27" fmla="*/ 237251 w 484573"/>
                  <a:gd name="connsiteY27" fmla="*/ 293 h 606166"/>
                  <a:gd name="connsiteX28" fmla="*/ 277268 w 484573"/>
                  <a:gd name="connsiteY28" fmla="*/ 8728 h 606166"/>
                  <a:gd name="connsiteX29" fmla="*/ 296673 w 484573"/>
                  <a:gd name="connsiteY29" fmla="*/ 26803 h 606166"/>
                  <a:gd name="connsiteX30" fmla="*/ 318121 w 484573"/>
                  <a:gd name="connsiteY30" fmla="*/ 94653 h 606166"/>
                  <a:gd name="connsiteX31" fmla="*/ 316636 w 484573"/>
                  <a:gd name="connsiteY31" fmla="*/ 100677 h 606166"/>
                  <a:gd name="connsiteX32" fmla="*/ 322300 w 484573"/>
                  <a:gd name="connsiteY32" fmla="*/ 129226 h 606166"/>
                  <a:gd name="connsiteX33" fmla="*/ 308465 w 484573"/>
                  <a:gd name="connsiteY33" fmla="*/ 153233 h 606166"/>
                  <a:gd name="connsiteX34" fmla="*/ 298809 w 484573"/>
                  <a:gd name="connsiteY34" fmla="*/ 179650 h 606166"/>
                  <a:gd name="connsiteX35" fmla="*/ 298809 w 484573"/>
                  <a:gd name="connsiteY35" fmla="*/ 212648 h 606166"/>
                  <a:gd name="connsiteX36" fmla="*/ 300480 w 484573"/>
                  <a:gd name="connsiteY36" fmla="*/ 215521 h 606166"/>
                  <a:gd name="connsiteX37" fmla="*/ 400292 w 484573"/>
                  <a:gd name="connsiteY37" fmla="*/ 279385 h 606166"/>
                  <a:gd name="connsiteX38" fmla="*/ 412455 w 484573"/>
                  <a:gd name="connsiteY38" fmla="*/ 305432 h 606166"/>
                  <a:gd name="connsiteX39" fmla="*/ 412455 w 484573"/>
                  <a:gd name="connsiteY39" fmla="*/ 336112 h 606166"/>
                  <a:gd name="connsiteX40" fmla="*/ 395185 w 484573"/>
                  <a:gd name="connsiteY40" fmla="*/ 353260 h 606166"/>
                  <a:gd name="connsiteX41" fmla="*/ 261763 w 484573"/>
                  <a:gd name="connsiteY41" fmla="*/ 353260 h 606166"/>
                  <a:gd name="connsiteX42" fmla="*/ 249878 w 484573"/>
                  <a:gd name="connsiteY42" fmla="*/ 299036 h 606166"/>
                  <a:gd name="connsiteX43" fmla="*/ 242357 w 484573"/>
                  <a:gd name="connsiteY43" fmla="*/ 257047 h 606166"/>
                  <a:gd name="connsiteX44" fmla="*/ 234744 w 484573"/>
                  <a:gd name="connsiteY44" fmla="*/ 299036 h 606166"/>
                  <a:gd name="connsiteX45" fmla="*/ 222859 w 484573"/>
                  <a:gd name="connsiteY45" fmla="*/ 353260 h 606166"/>
                  <a:gd name="connsiteX46" fmla="*/ 89436 w 484573"/>
                  <a:gd name="connsiteY46" fmla="*/ 353260 h 606166"/>
                  <a:gd name="connsiteX47" fmla="*/ 72259 w 484573"/>
                  <a:gd name="connsiteY47" fmla="*/ 336112 h 606166"/>
                  <a:gd name="connsiteX48" fmla="*/ 72259 w 484573"/>
                  <a:gd name="connsiteY48" fmla="*/ 305432 h 606166"/>
                  <a:gd name="connsiteX49" fmla="*/ 84701 w 484573"/>
                  <a:gd name="connsiteY49" fmla="*/ 279107 h 606166"/>
                  <a:gd name="connsiteX50" fmla="*/ 184141 w 484573"/>
                  <a:gd name="connsiteY50" fmla="*/ 215521 h 606166"/>
                  <a:gd name="connsiteX51" fmla="*/ 185720 w 484573"/>
                  <a:gd name="connsiteY51" fmla="*/ 212741 h 606166"/>
                  <a:gd name="connsiteX52" fmla="*/ 185720 w 484573"/>
                  <a:gd name="connsiteY52" fmla="*/ 179743 h 606166"/>
                  <a:gd name="connsiteX53" fmla="*/ 176064 w 484573"/>
                  <a:gd name="connsiteY53" fmla="*/ 153326 h 606166"/>
                  <a:gd name="connsiteX54" fmla="*/ 162229 w 484573"/>
                  <a:gd name="connsiteY54" fmla="*/ 129319 h 606166"/>
                  <a:gd name="connsiteX55" fmla="*/ 167707 w 484573"/>
                  <a:gd name="connsiteY55" fmla="*/ 100770 h 606166"/>
                  <a:gd name="connsiteX56" fmla="*/ 166222 w 484573"/>
                  <a:gd name="connsiteY56" fmla="*/ 94745 h 606166"/>
                  <a:gd name="connsiteX57" fmla="*/ 166036 w 484573"/>
                  <a:gd name="connsiteY57" fmla="*/ 61376 h 606166"/>
                  <a:gd name="connsiteX58" fmla="*/ 185627 w 484573"/>
                  <a:gd name="connsiteY58" fmla="*/ 27266 h 606166"/>
                  <a:gd name="connsiteX59" fmla="*/ 203732 w 484573"/>
                  <a:gd name="connsiteY59" fmla="*/ 12436 h 606166"/>
                  <a:gd name="connsiteX60" fmla="*/ 221281 w 484573"/>
                  <a:gd name="connsiteY60" fmla="*/ 3445 h 606166"/>
                  <a:gd name="connsiteX61" fmla="*/ 237251 w 484573"/>
                  <a:gd name="connsiteY61" fmla="*/ 293 h 606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484573" h="606166">
                    <a:moveTo>
                      <a:pt x="226085" y="386567"/>
                    </a:moveTo>
                    <a:lnTo>
                      <a:pt x="257375" y="386567"/>
                    </a:lnTo>
                    <a:lnTo>
                      <a:pt x="257375" y="429857"/>
                    </a:lnTo>
                    <a:lnTo>
                      <a:pt x="416980" y="429857"/>
                    </a:lnTo>
                    <a:cubicBezTo>
                      <a:pt x="432207" y="429857"/>
                      <a:pt x="444556" y="442185"/>
                      <a:pt x="444556" y="457388"/>
                    </a:cubicBezTo>
                    <a:lnTo>
                      <a:pt x="444556" y="499008"/>
                    </a:lnTo>
                    <a:cubicBezTo>
                      <a:pt x="467582" y="505497"/>
                      <a:pt x="484573" y="526447"/>
                      <a:pt x="484573" y="551568"/>
                    </a:cubicBezTo>
                    <a:cubicBezTo>
                      <a:pt x="484573" y="581694"/>
                      <a:pt x="460061" y="606166"/>
                      <a:pt x="429886" y="606166"/>
                    </a:cubicBezTo>
                    <a:cubicBezTo>
                      <a:pt x="399617" y="606166"/>
                      <a:pt x="375106" y="581694"/>
                      <a:pt x="375106" y="551568"/>
                    </a:cubicBezTo>
                    <a:cubicBezTo>
                      <a:pt x="375106" y="527188"/>
                      <a:pt x="391075" y="506610"/>
                      <a:pt x="413173" y="499565"/>
                    </a:cubicBezTo>
                    <a:lnTo>
                      <a:pt x="413173" y="461003"/>
                    </a:lnTo>
                    <a:lnTo>
                      <a:pt x="257282" y="461003"/>
                    </a:lnTo>
                    <a:lnTo>
                      <a:pt x="257282" y="499008"/>
                    </a:lnTo>
                    <a:cubicBezTo>
                      <a:pt x="280029" y="505590"/>
                      <a:pt x="296742" y="526632"/>
                      <a:pt x="296742" y="551475"/>
                    </a:cubicBezTo>
                    <a:cubicBezTo>
                      <a:pt x="296742" y="581601"/>
                      <a:pt x="272416" y="606073"/>
                      <a:pt x="242147" y="606073"/>
                    </a:cubicBezTo>
                    <a:cubicBezTo>
                      <a:pt x="211972" y="606073"/>
                      <a:pt x="187460" y="581601"/>
                      <a:pt x="187460" y="551475"/>
                    </a:cubicBezTo>
                    <a:cubicBezTo>
                      <a:pt x="187460" y="527003"/>
                      <a:pt x="203708" y="506239"/>
                      <a:pt x="226085" y="499287"/>
                    </a:cubicBezTo>
                    <a:lnTo>
                      <a:pt x="226085" y="461003"/>
                    </a:lnTo>
                    <a:lnTo>
                      <a:pt x="71121" y="461003"/>
                    </a:lnTo>
                    <a:lnTo>
                      <a:pt x="71121" y="499287"/>
                    </a:lnTo>
                    <a:cubicBezTo>
                      <a:pt x="93220" y="506239"/>
                      <a:pt x="109468" y="527003"/>
                      <a:pt x="109468" y="551475"/>
                    </a:cubicBezTo>
                    <a:cubicBezTo>
                      <a:pt x="109468" y="581601"/>
                      <a:pt x="84956" y="606073"/>
                      <a:pt x="54780" y="606073"/>
                    </a:cubicBezTo>
                    <a:cubicBezTo>
                      <a:pt x="24512" y="606073"/>
                      <a:pt x="0" y="581601"/>
                      <a:pt x="0" y="551475"/>
                    </a:cubicBezTo>
                    <a:cubicBezTo>
                      <a:pt x="0" y="526447"/>
                      <a:pt x="16712" y="505497"/>
                      <a:pt x="39646" y="498916"/>
                    </a:cubicBezTo>
                    <a:lnTo>
                      <a:pt x="39646" y="457109"/>
                    </a:lnTo>
                    <a:cubicBezTo>
                      <a:pt x="39646" y="441907"/>
                      <a:pt x="52180" y="429578"/>
                      <a:pt x="67407" y="429857"/>
                    </a:cubicBezTo>
                    <a:lnTo>
                      <a:pt x="226085" y="429857"/>
                    </a:lnTo>
                    <a:close/>
                    <a:moveTo>
                      <a:pt x="237251" y="293"/>
                    </a:moveTo>
                    <a:cubicBezTo>
                      <a:pt x="254613" y="-1190"/>
                      <a:pt x="267798" y="3167"/>
                      <a:pt x="277268" y="8728"/>
                    </a:cubicBezTo>
                    <a:cubicBezTo>
                      <a:pt x="291381" y="16514"/>
                      <a:pt x="296673" y="26803"/>
                      <a:pt x="296673" y="26803"/>
                    </a:cubicBezTo>
                    <a:cubicBezTo>
                      <a:pt x="296673" y="26803"/>
                      <a:pt x="328985" y="29120"/>
                      <a:pt x="318121" y="94653"/>
                    </a:cubicBezTo>
                    <a:cubicBezTo>
                      <a:pt x="317750" y="96599"/>
                      <a:pt x="317193" y="98731"/>
                      <a:pt x="316636" y="100677"/>
                    </a:cubicBezTo>
                    <a:cubicBezTo>
                      <a:pt x="322764" y="100677"/>
                      <a:pt x="328985" y="105497"/>
                      <a:pt x="322300" y="129226"/>
                    </a:cubicBezTo>
                    <a:cubicBezTo>
                      <a:pt x="317007" y="147764"/>
                      <a:pt x="312179" y="152955"/>
                      <a:pt x="308465" y="153233"/>
                    </a:cubicBezTo>
                    <a:cubicBezTo>
                      <a:pt x="307165" y="161575"/>
                      <a:pt x="303823" y="170844"/>
                      <a:pt x="298809" y="179650"/>
                    </a:cubicBezTo>
                    <a:lnTo>
                      <a:pt x="298809" y="212648"/>
                    </a:lnTo>
                    <a:cubicBezTo>
                      <a:pt x="298809" y="213853"/>
                      <a:pt x="299366" y="214965"/>
                      <a:pt x="300480" y="215521"/>
                    </a:cubicBezTo>
                    <a:cubicBezTo>
                      <a:pt x="310044" y="220063"/>
                      <a:pt x="356839" y="243792"/>
                      <a:pt x="400292" y="279385"/>
                    </a:cubicBezTo>
                    <a:cubicBezTo>
                      <a:pt x="407999" y="285781"/>
                      <a:pt x="412455" y="295421"/>
                      <a:pt x="412455" y="305432"/>
                    </a:cubicBezTo>
                    <a:lnTo>
                      <a:pt x="412455" y="336112"/>
                    </a:lnTo>
                    <a:cubicBezTo>
                      <a:pt x="412455" y="345659"/>
                      <a:pt x="404749" y="353260"/>
                      <a:pt x="395185" y="353260"/>
                    </a:cubicBezTo>
                    <a:lnTo>
                      <a:pt x="261763" y="353260"/>
                    </a:lnTo>
                    <a:lnTo>
                      <a:pt x="249878" y="299036"/>
                    </a:lnTo>
                    <a:cubicBezTo>
                      <a:pt x="278568" y="258993"/>
                      <a:pt x="247650" y="257047"/>
                      <a:pt x="242357" y="257047"/>
                    </a:cubicBezTo>
                    <a:cubicBezTo>
                      <a:pt x="236879" y="257140"/>
                      <a:pt x="206054" y="258993"/>
                      <a:pt x="234744" y="299036"/>
                    </a:cubicBezTo>
                    <a:lnTo>
                      <a:pt x="222859" y="353260"/>
                    </a:lnTo>
                    <a:lnTo>
                      <a:pt x="89436" y="353260"/>
                    </a:lnTo>
                    <a:cubicBezTo>
                      <a:pt x="79873" y="353260"/>
                      <a:pt x="72259" y="345659"/>
                      <a:pt x="72259" y="336112"/>
                    </a:cubicBezTo>
                    <a:lnTo>
                      <a:pt x="72259" y="305432"/>
                    </a:lnTo>
                    <a:cubicBezTo>
                      <a:pt x="72259" y="295236"/>
                      <a:pt x="76809" y="285596"/>
                      <a:pt x="84701" y="279107"/>
                    </a:cubicBezTo>
                    <a:cubicBezTo>
                      <a:pt x="128061" y="243699"/>
                      <a:pt x="174578" y="220063"/>
                      <a:pt x="184141" y="215521"/>
                    </a:cubicBezTo>
                    <a:cubicBezTo>
                      <a:pt x="185163" y="214873"/>
                      <a:pt x="185906" y="213853"/>
                      <a:pt x="185720" y="212741"/>
                    </a:cubicBezTo>
                    <a:lnTo>
                      <a:pt x="185720" y="179743"/>
                    </a:lnTo>
                    <a:cubicBezTo>
                      <a:pt x="180706" y="171030"/>
                      <a:pt x="177456" y="161761"/>
                      <a:pt x="176064" y="153326"/>
                    </a:cubicBezTo>
                    <a:cubicBezTo>
                      <a:pt x="172350" y="153048"/>
                      <a:pt x="167429" y="147857"/>
                      <a:pt x="162229" y="129319"/>
                    </a:cubicBezTo>
                    <a:cubicBezTo>
                      <a:pt x="155637" y="105868"/>
                      <a:pt x="161579" y="100956"/>
                      <a:pt x="167707" y="100770"/>
                    </a:cubicBezTo>
                    <a:cubicBezTo>
                      <a:pt x="167057" y="98824"/>
                      <a:pt x="166593" y="96692"/>
                      <a:pt x="166222" y="94745"/>
                    </a:cubicBezTo>
                    <a:cubicBezTo>
                      <a:pt x="163993" y="82881"/>
                      <a:pt x="163343" y="71851"/>
                      <a:pt x="166036" y="61376"/>
                    </a:cubicBezTo>
                    <a:cubicBezTo>
                      <a:pt x="169379" y="47287"/>
                      <a:pt x="177085" y="36072"/>
                      <a:pt x="185627" y="27266"/>
                    </a:cubicBezTo>
                    <a:cubicBezTo>
                      <a:pt x="191105" y="21612"/>
                      <a:pt x="197233" y="16514"/>
                      <a:pt x="203732" y="12436"/>
                    </a:cubicBezTo>
                    <a:cubicBezTo>
                      <a:pt x="209025" y="8728"/>
                      <a:pt x="214874" y="5484"/>
                      <a:pt x="221281" y="3445"/>
                    </a:cubicBezTo>
                    <a:cubicBezTo>
                      <a:pt x="226387" y="1684"/>
                      <a:pt x="231680" y="571"/>
                      <a:pt x="237251" y="293"/>
                    </a:cubicBezTo>
                    <a:close/>
                  </a:path>
                </a:pathLst>
              </a:custGeom>
              <a:solidFill>
                <a:schemeClr val="bg1"/>
              </a:solid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cxnSp>
          <p:nvCxnSpPr>
            <p:cNvPr id="21" name="直接箭头连接符 20"/>
            <p:cNvCxnSpPr>
              <a:stCxn id="34" idx="4"/>
            </p:cNvCxnSpPr>
            <p:nvPr/>
          </p:nvCxnSpPr>
          <p:spPr>
            <a:xfrm>
              <a:off x="6096000" y="3217171"/>
              <a:ext cx="1" cy="882104"/>
            </a:xfrm>
            <a:prstGeom prst="straightConnector1">
              <a:avLst/>
            </a:prstGeom>
            <a:ln w="3175" cap="rnd">
              <a:solidFill>
                <a:schemeClr val="bg1">
                  <a:lumMod val="75000"/>
                </a:schemeClr>
              </a:solidFill>
              <a:round/>
              <a:tailEnd type="oval"/>
            </a:ln>
          </p:spPr>
          <p:style>
            <a:lnRef idx="1">
              <a:schemeClr val="accent1"/>
            </a:lnRef>
            <a:fillRef idx="0">
              <a:schemeClr val="accent1"/>
            </a:fillRef>
            <a:effectRef idx="0">
              <a:schemeClr val="accent1"/>
            </a:effectRef>
            <a:fontRef idx="minor">
              <a:schemeClr val="tx1"/>
            </a:fontRef>
          </p:style>
        </p:cxnSp>
        <p:grpSp>
          <p:nvGrpSpPr>
            <p:cNvPr id="22" name="íṡḷiḋê"/>
            <p:cNvGrpSpPr/>
            <p:nvPr/>
          </p:nvGrpSpPr>
          <p:grpSpPr>
            <a:xfrm>
              <a:off x="7704515" y="2087618"/>
              <a:ext cx="923364" cy="923364"/>
              <a:chOff x="7705165" y="2289362"/>
              <a:chExt cx="923364" cy="923364"/>
            </a:xfrm>
          </p:grpSpPr>
          <p:sp>
            <p:nvSpPr>
              <p:cNvPr id="32" name="iṧ1idé"/>
              <p:cNvSpPr/>
              <p:nvPr/>
            </p:nvSpPr>
            <p:spPr>
              <a:xfrm>
                <a:off x="7705165" y="2289362"/>
                <a:ext cx="923364" cy="923364"/>
              </a:xfrm>
              <a:prstGeom prst="ellipse">
                <a:avLst/>
              </a:prstGeom>
              <a:solidFill>
                <a:schemeClr val="tx1">
                  <a:lumMod val="50000"/>
                  <a:lumOff val="50000"/>
                </a:schemeClr>
              </a:solid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3" name="î$ḻidê"/>
              <p:cNvSpPr/>
              <p:nvPr/>
            </p:nvSpPr>
            <p:spPr>
              <a:xfrm>
                <a:off x="7962910" y="2543737"/>
                <a:ext cx="407876" cy="414616"/>
              </a:xfrm>
              <a:custGeom>
                <a:avLst/>
                <a:gdLst>
                  <a:gd name="connsiteX0" fmla="*/ 24879 w 541917"/>
                  <a:gd name="connsiteY0" fmla="*/ 387059 h 550871"/>
                  <a:gd name="connsiteX1" fmla="*/ 518330 w 541917"/>
                  <a:gd name="connsiteY1" fmla="*/ 387059 h 550871"/>
                  <a:gd name="connsiteX2" fmla="*/ 536414 w 541917"/>
                  <a:gd name="connsiteY2" fmla="*/ 396088 h 550871"/>
                  <a:gd name="connsiteX3" fmla="*/ 541581 w 541917"/>
                  <a:gd name="connsiteY3" fmla="*/ 415436 h 550871"/>
                  <a:gd name="connsiteX4" fmla="*/ 522205 w 541917"/>
                  <a:gd name="connsiteY4" fmla="*/ 550871 h 550871"/>
                  <a:gd name="connsiteX5" fmla="*/ 19712 w 541917"/>
                  <a:gd name="connsiteY5" fmla="*/ 550871 h 550871"/>
                  <a:gd name="connsiteX6" fmla="*/ 336 w 541917"/>
                  <a:gd name="connsiteY6" fmla="*/ 415436 h 550871"/>
                  <a:gd name="connsiteX7" fmla="*/ 5503 w 541917"/>
                  <a:gd name="connsiteY7" fmla="*/ 396088 h 550871"/>
                  <a:gd name="connsiteX8" fmla="*/ 24879 w 541917"/>
                  <a:gd name="connsiteY8" fmla="*/ 387059 h 550871"/>
                  <a:gd name="connsiteX9" fmla="*/ 292206 w 541917"/>
                  <a:gd name="connsiteY9" fmla="*/ 330316 h 550871"/>
                  <a:gd name="connsiteX10" fmla="*/ 417595 w 541917"/>
                  <a:gd name="connsiteY10" fmla="*/ 330316 h 550871"/>
                  <a:gd name="connsiteX11" fmla="*/ 426644 w 541917"/>
                  <a:gd name="connsiteY11" fmla="*/ 341907 h 550871"/>
                  <a:gd name="connsiteX12" fmla="*/ 424058 w 541917"/>
                  <a:gd name="connsiteY12" fmla="*/ 359937 h 550871"/>
                  <a:gd name="connsiteX13" fmla="*/ 411132 w 541917"/>
                  <a:gd name="connsiteY13" fmla="*/ 371528 h 550871"/>
                  <a:gd name="connsiteX14" fmla="*/ 267645 w 541917"/>
                  <a:gd name="connsiteY14" fmla="*/ 371528 h 550871"/>
                  <a:gd name="connsiteX15" fmla="*/ 267645 w 541917"/>
                  <a:gd name="connsiteY15" fmla="*/ 361225 h 550871"/>
                  <a:gd name="connsiteX16" fmla="*/ 268938 w 541917"/>
                  <a:gd name="connsiteY16" fmla="*/ 359937 h 550871"/>
                  <a:gd name="connsiteX17" fmla="*/ 292206 w 541917"/>
                  <a:gd name="connsiteY17" fmla="*/ 330316 h 550871"/>
                  <a:gd name="connsiteX18" fmla="*/ 274065 w 541917"/>
                  <a:gd name="connsiteY18" fmla="*/ 245200 h 550871"/>
                  <a:gd name="connsiteX19" fmla="*/ 429145 w 541917"/>
                  <a:gd name="connsiteY19" fmla="*/ 245200 h 550871"/>
                  <a:gd name="connsiteX20" fmla="*/ 439484 w 541917"/>
                  <a:gd name="connsiteY20" fmla="*/ 259348 h 550871"/>
                  <a:gd name="connsiteX21" fmla="*/ 436899 w 541917"/>
                  <a:gd name="connsiteY21" fmla="*/ 279927 h 550871"/>
                  <a:gd name="connsiteX22" fmla="*/ 422684 w 541917"/>
                  <a:gd name="connsiteY22" fmla="*/ 294074 h 550871"/>
                  <a:gd name="connsiteX23" fmla="*/ 289573 w 541917"/>
                  <a:gd name="connsiteY23" fmla="*/ 294074 h 550871"/>
                  <a:gd name="connsiteX24" fmla="*/ 281819 w 541917"/>
                  <a:gd name="connsiteY24" fmla="*/ 283785 h 550871"/>
                  <a:gd name="connsiteX25" fmla="*/ 274065 w 541917"/>
                  <a:gd name="connsiteY25" fmla="*/ 245200 h 550871"/>
                  <a:gd name="connsiteX26" fmla="*/ 205692 w 541917"/>
                  <a:gd name="connsiteY26" fmla="*/ 219313 h 550871"/>
                  <a:gd name="connsiteX27" fmla="*/ 267629 w 541917"/>
                  <a:gd name="connsiteY27" fmla="*/ 298025 h 550871"/>
                  <a:gd name="connsiteX28" fmla="*/ 270210 w 541917"/>
                  <a:gd name="connsiteY28" fmla="*/ 296735 h 550871"/>
                  <a:gd name="connsiteX29" fmla="*/ 279242 w 541917"/>
                  <a:gd name="connsiteY29" fmla="*/ 318671 h 550871"/>
                  <a:gd name="connsiteX30" fmla="*/ 262468 w 541917"/>
                  <a:gd name="connsiteY30" fmla="*/ 345768 h 550871"/>
                  <a:gd name="connsiteX31" fmla="*/ 259887 w 541917"/>
                  <a:gd name="connsiteY31" fmla="*/ 344478 h 550871"/>
                  <a:gd name="connsiteX32" fmla="*/ 243112 w 541917"/>
                  <a:gd name="connsiteY32" fmla="*/ 370285 h 550871"/>
                  <a:gd name="connsiteX33" fmla="*/ 187627 w 541917"/>
                  <a:gd name="connsiteY33" fmla="*/ 370285 h 550871"/>
                  <a:gd name="connsiteX34" fmla="*/ 168272 w 541917"/>
                  <a:gd name="connsiteY34" fmla="*/ 345768 h 550871"/>
                  <a:gd name="connsiteX35" fmla="*/ 165691 w 541917"/>
                  <a:gd name="connsiteY35" fmla="*/ 345768 h 550871"/>
                  <a:gd name="connsiteX36" fmla="*/ 146336 w 541917"/>
                  <a:gd name="connsiteY36" fmla="*/ 318671 h 550871"/>
                  <a:gd name="connsiteX37" fmla="*/ 152787 w 541917"/>
                  <a:gd name="connsiteY37" fmla="*/ 296735 h 550871"/>
                  <a:gd name="connsiteX38" fmla="*/ 154078 w 541917"/>
                  <a:gd name="connsiteY38" fmla="*/ 296735 h 550871"/>
                  <a:gd name="connsiteX39" fmla="*/ 205692 w 541917"/>
                  <a:gd name="connsiteY39" fmla="*/ 219313 h 550871"/>
                  <a:gd name="connsiteX40" fmla="*/ 76563 w 541917"/>
                  <a:gd name="connsiteY40" fmla="*/ 122600 h 550871"/>
                  <a:gd name="connsiteX41" fmla="*/ 464111 w 541917"/>
                  <a:gd name="connsiteY41" fmla="*/ 122600 h 550871"/>
                  <a:gd name="connsiteX42" fmla="*/ 536453 w 541917"/>
                  <a:gd name="connsiteY42" fmla="*/ 194836 h 550871"/>
                  <a:gd name="connsiteX43" fmla="*/ 513200 w 541917"/>
                  <a:gd name="connsiteY43" fmla="*/ 362527 h 550871"/>
                  <a:gd name="connsiteX44" fmla="*/ 479613 w 541917"/>
                  <a:gd name="connsiteY44" fmla="*/ 362527 h 550871"/>
                  <a:gd name="connsiteX45" fmla="*/ 501574 w 541917"/>
                  <a:gd name="connsiteY45" fmla="*/ 194836 h 550871"/>
                  <a:gd name="connsiteX46" fmla="*/ 464111 w 541917"/>
                  <a:gd name="connsiteY46" fmla="*/ 157428 h 550871"/>
                  <a:gd name="connsiteX47" fmla="*/ 76563 w 541917"/>
                  <a:gd name="connsiteY47" fmla="*/ 157428 h 550871"/>
                  <a:gd name="connsiteX48" fmla="*/ 39100 w 541917"/>
                  <a:gd name="connsiteY48" fmla="*/ 194836 h 550871"/>
                  <a:gd name="connsiteX49" fmla="*/ 63645 w 541917"/>
                  <a:gd name="connsiteY49" fmla="*/ 365107 h 550871"/>
                  <a:gd name="connsiteX50" fmla="*/ 30057 w 541917"/>
                  <a:gd name="connsiteY50" fmla="*/ 365107 h 550871"/>
                  <a:gd name="connsiteX51" fmla="*/ 4221 w 541917"/>
                  <a:gd name="connsiteY51" fmla="*/ 194836 h 550871"/>
                  <a:gd name="connsiteX52" fmla="*/ 76563 w 541917"/>
                  <a:gd name="connsiteY52" fmla="*/ 122600 h 550871"/>
                  <a:gd name="connsiteX53" fmla="*/ 89318 w 541917"/>
                  <a:gd name="connsiteY53" fmla="*/ 57986 h 550871"/>
                  <a:gd name="connsiteX54" fmla="*/ 436859 w 541917"/>
                  <a:gd name="connsiteY54" fmla="*/ 57986 h 550871"/>
                  <a:gd name="connsiteX55" fmla="*/ 444611 w 541917"/>
                  <a:gd name="connsiteY55" fmla="*/ 61864 h 550871"/>
                  <a:gd name="connsiteX56" fmla="*/ 445903 w 541917"/>
                  <a:gd name="connsiteY56" fmla="*/ 69619 h 550871"/>
                  <a:gd name="connsiteX57" fmla="*/ 440735 w 541917"/>
                  <a:gd name="connsiteY57" fmla="*/ 95470 h 550871"/>
                  <a:gd name="connsiteX58" fmla="*/ 86734 w 541917"/>
                  <a:gd name="connsiteY58" fmla="*/ 95470 h 550871"/>
                  <a:gd name="connsiteX59" fmla="*/ 80274 w 541917"/>
                  <a:gd name="connsiteY59" fmla="*/ 69619 h 550871"/>
                  <a:gd name="connsiteX60" fmla="*/ 81566 w 541917"/>
                  <a:gd name="connsiteY60" fmla="*/ 61864 h 550871"/>
                  <a:gd name="connsiteX61" fmla="*/ 89318 w 541917"/>
                  <a:gd name="connsiteY61" fmla="*/ 57986 h 550871"/>
                  <a:gd name="connsiteX62" fmla="*/ 125555 w 541917"/>
                  <a:gd name="connsiteY62" fmla="*/ 0 h 550871"/>
                  <a:gd name="connsiteX63" fmla="*/ 401914 w 541917"/>
                  <a:gd name="connsiteY63" fmla="*/ 0 h 550871"/>
                  <a:gd name="connsiteX64" fmla="*/ 408371 w 541917"/>
                  <a:gd name="connsiteY64" fmla="*/ 3878 h 550871"/>
                  <a:gd name="connsiteX65" fmla="*/ 409663 w 541917"/>
                  <a:gd name="connsiteY65" fmla="*/ 10341 h 550871"/>
                  <a:gd name="connsiteX66" fmla="*/ 405789 w 541917"/>
                  <a:gd name="connsiteY66" fmla="*/ 37484 h 550871"/>
                  <a:gd name="connsiteX67" fmla="*/ 121681 w 541917"/>
                  <a:gd name="connsiteY67" fmla="*/ 37484 h 550871"/>
                  <a:gd name="connsiteX68" fmla="*/ 116516 w 541917"/>
                  <a:gd name="connsiteY68" fmla="*/ 10341 h 550871"/>
                  <a:gd name="connsiteX69" fmla="*/ 117807 w 541917"/>
                  <a:gd name="connsiteY69" fmla="*/ 3878 h 550871"/>
                  <a:gd name="connsiteX70" fmla="*/ 125555 w 541917"/>
                  <a:gd name="connsiteY70" fmla="*/ 0 h 550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541917" h="550871">
                    <a:moveTo>
                      <a:pt x="24879" y="387059"/>
                    </a:moveTo>
                    <a:lnTo>
                      <a:pt x="518330" y="387059"/>
                    </a:lnTo>
                    <a:cubicBezTo>
                      <a:pt x="524789" y="387059"/>
                      <a:pt x="531247" y="390929"/>
                      <a:pt x="536414" y="396088"/>
                    </a:cubicBezTo>
                    <a:cubicBezTo>
                      <a:pt x="540290" y="401248"/>
                      <a:pt x="542873" y="407697"/>
                      <a:pt x="541581" y="415436"/>
                    </a:cubicBezTo>
                    <a:lnTo>
                      <a:pt x="522205" y="550871"/>
                    </a:lnTo>
                    <a:lnTo>
                      <a:pt x="19712" y="550871"/>
                    </a:lnTo>
                    <a:lnTo>
                      <a:pt x="336" y="415436"/>
                    </a:lnTo>
                    <a:cubicBezTo>
                      <a:pt x="-956" y="407697"/>
                      <a:pt x="1627" y="401248"/>
                      <a:pt x="5503" y="396088"/>
                    </a:cubicBezTo>
                    <a:cubicBezTo>
                      <a:pt x="10670" y="390929"/>
                      <a:pt x="17128" y="387059"/>
                      <a:pt x="24879" y="387059"/>
                    </a:cubicBezTo>
                    <a:close/>
                    <a:moveTo>
                      <a:pt x="292206" y="330316"/>
                    </a:moveTo>
                    <a:lnTo>
                      <a:pt x="417595" y="330316"/>
                    </a:lnTo>
                    <a:cubicBezTo>
                      <a:pt x="424058" y="330316"/>
                      <a:pt x="427936" y="335468"/>
                      <a:pt x="426644" y="341907"/>
                    </a:cubicBezTo>
                    <a:lnTo>
                      <a:pt x="424058" y="359937"/>
                    </a:lnTo>
                    <a:cubicBezTo>
                      <a:pt x="422766" y="366377"/>
                      <a:pt x="417595" y="371528"/>
                      <a:pt x="411132" y="371528"/>
                    </a:cubicBezTo>
                    <a:lnTo>
                      <a:pt x="267645" y="371528"/>
                    </a:lnTo>
                    <a:lnTo>
                      <a:pt x="267645" y="361225"/>
                    </a:lnTo>
                    <a:cubicBezTo>
                      <a:pt x="267645" y="359937"/>
                      <a:pt x="268938" y="359937"/>
                      <a:pt x="268938" y="359937"/>
                    </a:cubicBezTo>
                    <a:cubicBezTo>
                      <a:pt x="279279" y="356074"/>
                      <a:pt x="288328" y="343195"/>
                      <a:pt x="292206" y="330316"/>
                    </a:cubicBezTo>
                    <a:close/>
                    <a:moveTo>
                      <a:pt x="274065" y="245200"/>
                    </a:moveTo>
                    <a:lnTo>
                      <a:pt x="429145" y="245200"/>
                    </a:lnTo>
                    <a:cubicBezTo>
                      <a:pt x="436899" y="245200"/>
                      <a:pt x="440776" y="251631"/>
                      <a:pt x="439484" y="259348"/>
                    </a:cubicBezTo>
                    <a:lnTo>
                      <a:pt x="436899" y="279927"/>
                    </a:lnTo>
                    <a:cubicBezTo>
                      <a:pt x="435607" y="287643"/>
                      <a:pt x="429145" y="292788"/>
                      <a:pt x="422684" y="294074"/>
                    </a:cubicBezTo>
                    <a:lnTo>
                      <a:pt x="289573" y="294074"/>
                    </a:lnTo>
                    <a:cubicBezTo>
                      <a:pt x="286989" y="288930"/>
                      <a:pt x="285696" y="286357"/>
                      <a:pt x="281819" y="283785"/>
                    </a:cubicBezTo>
                    <a:cubicBezTo>
                      <a:pt x="280527" y="268351"/>
                      <a:pt x="277942" y="255490"/>
                      <a:pt x="274065" y="245200"/>
                    </a:cubicBezTo>
                    <a:close/>
                    <a:moveTo>
                      <a:pt x="205692" y="219313"/>
                    </a:moveTo>
                    <a:cubicBezTo>
                      <a:pt x="257306" y="219313"/>
                      <a:pt x="266339" y="264476"/>
                      <a:pt x="267629" y="298025"/>
                    </a:cubicBezTo>
                    <a:cubicBezTo>
                      <a:pt x="267629" y="296735"/>
                      <a:pt x="268919" y="296735"/>
                      <a:pt x="270210" y="296735"/>
                    </a:cubicBezTo>
                    <a:cubicBezTo>
                      <a:pt x="277952" y="296735"/>
                      <a:pt x="279242" y="307058"/>
                      <a:pt x="279242" y="318671"/>
                    </a:cubicBezTo>
                    <a:cubicBezTo>
                      <a:pt x="277952" y="330284"/>
                      <a:pt x="270210" y="345768"/>
                      <a:pt x="262468" y="345768"/>
                    </a:cubicBezTo>
                    <a:cubicBezTo>
                      <a:pt x="261177" y="345768"/>
                      <a:pt x="259887" y="345768"/>
                      <a:pt x="259887" y="344478"/>
                    </a:cubicBezTo>
                    <a:cubicBezTo>
                      <a:pt x="254725" y="354801"/>
                      <a:pt x="249564" y="363833"/>
                      <a:pt x="243112" y="370285"/>
                    </a:cubicBezTo>
                    <a:lnTo>
                      <a:pt x="187627" y="370285"/>
                    </a:lnTo>
                    <a:cubicBezTo>
                      <a:pt x="179885" y="363833"/>
                      <a:pt x="173433" y="354801"/>
                      <a:pt x="168272" y="345768"/>
                    </a:cubicBezTo>
                    <a:cubicBezTo>
                      <a:pt x="166981" y="345768"/>
                      <a:pt x="166981" y="345768"/>
                      <a:pt x="165691" y="345768"/>
                    </a:cubicBezTo>
                    <a:cubicBezTo>
                      <a:pt x="157949" y="345768"/>
                      <a:pt x="147626" y="330284"/>
                      <a:pt x="146336" y="318671"/>
                    </a:cubicBezTo>
                    <a:cubicBezTo>
                      <a:pt x="145045" y="307058"/>
                      <a:pt x="145045" y="296735"/>
                      <a:pt x="152787" y="296735"/>
                    </a:cubicBezTo>
                    <a:cubicBezTo>
                      <a:pt x="152787" y="296735"/>
                      <a:pt x="154078" y="296735"/>
                      <a:pt x="154078" y="296735"/>
                    </a:cubicBezTo>
                    <a:cubicBezTo>
                      <a:pt x="151497" y="263185"/>
                      <a:pt x="157949" y="219313"/>
                      <a:pt x="205692" y="219313"/>
                    </a:cubicBezTo>
                    <a:close/>
                    <a:moveTo>
                      <a:pt x="76563" y="122600"/>
                    </a:moveTo>
                    <a:lnTo>
                      <a:pt x="464111" y="122600"/>
                    </a:lnTo>
                    <a:cubicBezTo>
                      <a:pt x="504158" y="122600"/>
                      <a:pt x="536453" y="154849"/>
                      <a:pt x="536453" y="194836"/>
                    </a:cubicBezTo>
                    <a:lnTo>
                      <a:pt x="513200" y="362527"/>
                    </a:lnTo>
                    <a:lnTo>
                      <a:pt x="479613" y="362527"/>
                    </a:lnTo>
                    <a:lnTo>
                      <a:pt x="501574" y="194836"/>
                    </a:lnTo>
                    <a:cubicBezTo>
                      <a:pt x="501574" y="174197"/>
                      <a:pt x="484780" y="157428"/>
                      <a:pt x="464111" y="157428"/>
                    </a:cubicBezTo>
                    <a:lnTo>
                      <a:pt x="76563" y="157428"/>
                    </a:lnTo>
                    <a:cubicBezTo>
                      <a:pt x="55894" y="157428"/>
                      <a:pt x="39100" y="174197"/>
                      <a:pt x="39100" y="194836"/>
                    </a:cubicBezTo>
                    <a:lnTo>
                      <a:pt x="63645" y="365107"/>
                    </a:lnTo>
                    <a:lnTo>
                      <a:pt x="30057" y="365107"/>
                    </a:lnTo>
                    <a:lnTo>
                      <a:pt x="4221" y="194836"/>
                    </a:lnTo>
                    <a:cubicBezTo>
                      <a:pt x="4221" y="154849"/>
                      <a:pt x="36516" y="122600"/>
                      <a:pt x="76563" y="122600"/>
                    </a:cubicBezTo>
                    <a:close/>
                    <a:moveTo>
                      <a:pt x="89318" y="57986"/>
                    </a:moveTo>
                    <a:lnTo>
                      <a:pt x="436859" y="57986"/>
                    </a:lnTo>
                    <a:cubicBezTo>
                      <a:pt x="440735" y="57986"/>
                      <a:pt x="443319" y="59279"/>
                      <a:pt x="444611" y="61864"/>
                    </a:cubicBezTo>
                    <a:cubicBezTo>
                      <a:pt x="445903" y="64449"/>
                      <a:pt x="447195" y="67034"/>
                      <a:pt x="445903" y="69619"/>
                    </a:cubicBezTo>
                    <a:lnTo>
                      <a:pt x="440735" y="95470"/>
                    </a:lnTo>
                    <a:lnTo>
                      <a:pt x="86734" y="95470"/>
                    </a:lnTo>
                    <a:lnTo>
                      <a:pt x="80274" y="69619"/>
                    </a:lnTo>
                    <a:cubicBezTo>
                      <a:pt x="78982" y="67034"/>
                      <a:pt x="80274" y="64449"/>
                      <a:pt x="81566" y="61864"/>
                    </a:cubicBezTo>
                    <a:cubicBezTo>
                      <a:pt x="84150" y="59279"/>
                      <a:pt x="86734" y="57986"/>
                      <a:pt x="89318" y="57986"/>
                    </a:cubicBezTo>
                    <a:close/>
                    <a:moveTo>
                      <a:pt x="125555" y="0"/>
                    </a:moveTo>
                    <a:lnTo>
                      <a:pt x="401914" y="0"/>
                    </a:lnTo>
                    <a:cubicBezTo>
                      <a:pt x="404497" y="0"/>
                      <a:pt x="407080" y="1293"/>
                      <a:pt x="408371" y="3878"/>
                    </a:cubicBezTo>
                    <a:cubicBezTo>
                      <a:pt x="409663" y="5170"/>
                      <a:pt x="410954" y="7756"/>
                      <a:pt x="409663" y="10341"/>
                    </a:cubicBezTo>
                    <a:lnTo>
                      <a:pt x="405789" y="37484"/>
                    </a:lnTo>
                    <a:lnTo>
                      <a:pt x="121681" y="37484"/>
                    </a:lnTo>
                    <a:lnTo>
                      <a:pt x="116516" y="10341"/>
                    </a:lnTo>
                    <a:cubicBezTo>
                      <a:pt x="115224" y="7756"/>
                      <a:pt x="116516" y="5170"/>
                      <a:pt x="117807" y="3878"/>
                    </a:cubicBezTo>
                    <a:cubicBezTo>
                      <a:pt x="120390" y="1293"/>
                      <a:pt x="122973" y="0"/>
                      <a:pt x="125555" y="0"/>
                    </a:cubicBezTo>
                    <a:close/>
                  </a:path>
                </a:pathLst>
              </a:custGeom>
              <a:solidFill>
                <a:schemeClr val="bg1"/>
              </a:solid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cxnSp>
          <p:nvCxnSpPr>
            <p:cNvPr id="25" name="直接箭头连接符 24"/>
            <p:cNvCxnSpPr>
              <a:stCxn id="32" idx="4"/>
            </p:cNvCxnSpPr>
            <p:nvPr/>
          </p:nvCxnSpPr>
          <p:spPr>
            <a:xfrm>
              <a:off x="8166197" y="3010982"/>
              <a:ext cx="1" cy="882104"/>
            </a:xfrm>
            <a:prstGeom prst="straightConnector1">
              <a:avLst/>
            </a:prstGeom>
            <a:ln w="3175" cap="rnd">
              <a:solidFill>
                <a:schemeClr val="bg1">
                  <a:lumMod val="75000"/>
                </a:schemeClr>
              </a:solidFill>
              <a:round/>
              <a:tailEnd type="oval"/>
            </a:ln>
          </p:spPr>
          <p:style>
            <a:lnRef idx="1">
              <a:schemeClr val="accent1"/>
            </a:lnRef>
            <a:fillRef idx="0">
              <a:schemeClr val="accent1"/>
            </a:fillRef>
            <a:effectRef idx="0">
              <a:schemeClr val="accent1"/>
            </a:effectRef>
            <a:fontRef idx="minor">
              <a:schemeClr val="tx1"/>
            </a:fontRef>
          </p:style>
        </p:cxnSp>
        <p:grpSp>
          <p:nvGrpSpPr>
            <p:cNvPr id="26" name="ïşḷiḋè"/>
            <p:cNvGrpSpPr/>
            <p:nvPr/>
          </p:nvGrpSpPr>
          <p:grpSpPr>
            <a:xfrm>
              <a:off x="9568522" y="1881429"/>
              <a:ext cx="1335742" cy="1335742"/>
              <a:chOff x="9569823" y="2083173"/>
              <a:chExt cx="1335742" cy="1335742"/>
            </a:xfrm>
          </p:grpSpPr>
          <p:sp>
            <p:nvSpPr>
              <p:cNvPr id="30" name="íSḻîḑe"/>
              <p:cNvSpPr/>
              <p:nvPr/>
            </p:nvSpPr>
            <p:spPr>
              <a:xfrm>
                <a:off x="9569823" y="2083173"/>
                <a:ext cx="1335742" cy="1335742"/>
              </a:xfrm>
              <a:prstGeom prst="ellipse">
                <a:avLst/>
              </a:prstGeom>
              <a:solidFill>
                <a:schemeClr val="accent1">
                  <a:lumMod val="100000"/>
                </a:schemeClr>
              </a:solid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1" name="îŝļíḑé"/>
              <p:cNvSpPr/>
              <p:nvPr/>
            </p:nvSpPr>
            <p:spPr>
              <a:xfrm>
                <a:off x="9935808" y="2373406"/>
                <a:ext cx="603772" cy="755276"/>
              </a:xfrm>
              <a:custGeom>
                <a:avLst/>
                <a:gdLst>
                  <a:gd name="connsiteX0" fmla="*/ 226085 w 484573"/>
                  <a:gd name="connsiteY0" fmla="*/ 386567 h 606166"/>
                  <a:gd name="connsiteX1" fmla="*/ 257375 w 484573"/>
                  <a:gd name="connsiteY1" fmla="*/ 386567 h 606166"/>
                  <a:gd name="connsiteX2" fmla="*/ 257375 w 484573"/>
                  <a:gd name="connsiteY2" fmla="*/ 429857 h 606166"/>
                  <a:gd name="connsiteX3" fmla="*/ 416980 w 484573"/>
                  <a:gd name="connsiteY3" fmla="*/ 429857 h 606166"/>
                  <a:gd name="connsiteX4" fmla="*/ 444556 w 484573"/>
                  <a:gd name="connsiteY4" fmla="*/ 457388 h 606166"/>
                  <a:gd name="connsiteX5" fmla="*/ 444556 w 484573"/>
                  <a:gd name="connsiteY5" fmla="*/ 499008 h 606166"/>
                  <a:gd name="connsiteX6" fmla="*/ 484573 w 484573"/>
                  <a:gd name="connsiteY6" fmla="*/ 551568 h 606166"/>
                  <a:gd name="connsiteX7" fmla="*/ 429886 w 484573"/>
                  <a:gd name="connsiteY7" fmla="*/ 606166 h 606166"/>
                  <a:gd name="connsiteX8" fmla="*/ 375106 w 484573"/>
                  <a:gd name="connsiteY8" fmla="*/ 551568 h 606166"/>
                  <a:gd name="connsiteX9" fmla="*/ 413173 w 484573"/>
                  <a:gd name="connsiteY9" fmla="*/ 499565 h 606166"/>
                  <a:gd name="connsiteX10" fmla="*/ 413173 w 484573"/>
                  <a:gd name="connsiteY10" fmla="*/ 461003 h 606166"/>
                  <a:gd name="connsiteX11" fmla="*/ 257282 w 484573"/>
                  <a:gd name="connsiteY11" fmla="*/ 461003 h 606166"/>
                  <a:gd name="connsiteX12" fmla="*/ 257282 w 484573"/>
                  <a:gd name="connsiteY12" fmla="*/ 499008 h 606166"/>
                  <a:gd name="connsiteX13" fmla="*/ 296742 w 484573"/>
                  <a:gd name="connsiteY13" fmla="*/ 551475 h 606166"/>
                  <a:gd name="connsiteX14" fmla="*/ 242147 w 484573"/>
                  <a:gd name="connsiteY14" fmla="*/ 606073 h 606166"/>
                  <a:gd name="connsiteX15" fmla="*/ 187460 w 484573"/>
                  <a:gd name="connsiteY15" fmla="*/ 551475 h 606166"/>
                  <a:gd name="connsiteX16" fmla="*/ 226085 w 484573"/>
                  <a:gd name="connsiteY16" fmla="*/ 499287 h 606166"/>
                  <a:gd name="connsiteX17" fmla="*/ 226085 w 484573"/>
                  <a:gd name="connsiteY17" fmla="*/ 461003 h 606166"/>
                  <a:gd name="connsiteX18" fmla="*/ 71121 w 484573"/>
                  <a:gd name="connsiteY18" fmla="*/ 461003 h 606166"/>
                  <a:gd name="connsiteX19" fmla="*/ 71121 w 484573"/>
                  <a:gd name="connsiteY19" fmla="*/ 499287 h 606166"/>
                  <a:gd name="connsiteX20" fmla="*/ 109468 w 484573"/>
                  <a:gd name="connsiteY20" fmla="*/ 551475 h 606166"/>
                  <a:gd name="connsiteX21" fmla="*/ 54780 w 484573"/>
                  <a:gd name="connsiteY21" fmla="*/ 606073 h 606166"/>
                  <a:gd name="connsiteX22" fmla="*/ 0 w 484573"/>
                  <a:gd name="connsiteY22" fmla="*/ 551475 h 606166"/>
                  <a:gd name="connsiteX23" fmla="*/ 39646 w 484573"/>
                  <a:gd name="connsiteY23" fmla="*/ 498916 h 606166"/>
                  <a:gd name="connsiteX24" fmla="*/ 39646 w 484573"/>
                  <a:gd name="connsiteY24" fmla="*/ 457109 h 606166"/>
                  <a:gd name="connsiteX25" fmla="*/ 67407 w 484573"/>
                  <a:gd name="connsiteY25" fmla="*/ 429857 h 606166"/>
                  <a:gd name="connsiteX26" fmla="*/ 226085 w 484573"/>
                  <a:gd name="connsiteY26" fmla="*/ 429857 h 606166"/>
                  <a:gd name="connsiteX27" fmla="*/ 237251 w 484573"/>
                  <a:gd name="connsiteY27" fmla="*/ 293 h 606166"/>
                  <a:gd name="connsiteX28" fmla="*/ 277268 w 484573"/>
                  <a:gd name="connsiteY28" fmla="*/ 8728 h 606166"/>
                  <a:gd name="connsiteX29" fmla="*/ 296673 w 484573"/>
                  <a:gd name="connsiteY29" fmla="*/ 26803 h 606166"/>
                  <a:gd name="connsiteX30" fmla="*/ 318121 w 484573"/>
                  <a:gd name="connsiteY30" fmla="*/ 94653 h 606166"/>
                  <a:gd name="connsiteX31" fmla="*/ 316636 w 484573"/>
                  <a:gd name="connsiteY31" fmla="*/ 100677 h 606166"/>
                  <a:gd name="connsiteX32" fmla="*/ 322300 w 484573"/>
                  <a:gd name="connsiteY32" fmla="*/ 129226 h 606166"/>
                  <a:gd name="connsiteX33" fmla="*/ 308465 w 484573"/>
                  <a:gd name="connsiteY33" fmla="*/ 153233 h 606166"/>
                  <a:gd name="connsiteX34" fmla="*/ 298809 w 484573"/>
                  <a:gd name="connsiteY34" fmla="*/ 179650 h 606166"/>
                  <a:gd name="connsiteX35" fmla="*/ 298809 w 484573"/>
                  <a:gd name="connsiteY35" fmla="*/ 212648 h 606166"/>
                  <a:gd name="connsiteX36" fmla="*/ 300480 w 484573"/>
                  <a:gd name="connsiteY36" fmla="*/ 215521 h 606166"/>
                  <a:gd name="connsiteX37" fmla="*/ 400292 w 484573"/>
                  <a:gd name="connsiteY37" fmla="*/ 279385 h 606166"/>
                  <a:gd name="connsiteX38" fmla="*/ 412455 w 484573"/>
                  <a:gd name="connsiteY38" fmla="*/ 305432 h 606166"/>
                  <a:gd name="connsiteX39" fmla="*/ 412455 w 484573"/>
                  <a:gd name="connsiteY39" fmla="*/ 336112 h 606166"/>
                  <a:gd name="connsiteX40" fmla="*/ 395185 w 484573"/>
                  <a:gd name="connsiteY40" fmla="*/ 353260 h 606166"/>
                  <a:gd name="connsiteX41" fmla="*/ 261763 w 484573"/>
                  <a:gd name="connsiteY41" fmla="*/ 353260 h 606166"/>
                  <a:gd name="connsiteX42" fmla="*/ 249878 w 484573"/>
                  <a:gd name="connsiteY42" fmla="*/ 299036 h 606166"/>
                  <a:gd name="connsiteX43" fmla="*/ 242357 w 484573"/>
                  <a:gd name="connsiteY43" fmla="*/ 257047 h 606166"/>
                  <a:gd name="connsiteX44" fmla="*/ 234744 w 484573"/>
                  <a:gd name="connsiteY44" fmla="*/ 299036 h 606166"/>
                  <a:gd name="connsiteX45" fmla="*/ 222859 w 484573"/>
                  <a:gd name="connsiteY45" fmla="*/ 353260 h 606166"/>
                  <a:gd name="connsiteX46" fmla="*/ 89436 w 484573"/>
                  <a:gd name="connsiteY46" fmla="*/ 353260 h 606166"/>
                  <a:gd name="connsiteX47" fmla="*/ 72259 w 484573"/>
                  <a:gd name="connsiteY47" fmla="*/ 336112 h 606166"/>
                  <a:gd name="connsiteX48" fmla="*/ 72259 w 484573"/>
                  <a:gd name="connsiteY48" fmla="*/ 305432 h 606166"/>
                  <a:gd name="connsiteX49" fmla="*/ 84701 w 484573"/>
                  <a:gd name="connsiteY49" fmla="*/ 279107 h 606166"/>
                  <a:gd name="connsiteX50" fmla="*/ 184141 w 484573"/>
                  <a:gd name="connsiteY50" fmla="*/ 215521 h 606166"/>
                  <a:gd name="connsiteX51" fmla="*/ 185720 w 484573"/>
                  <a:gd name="connsiteY51" fmla="*/ 212741 h 606166"/>
                  <a:gd name="connsiteX52" fmla="*/ 185720 w 484573"/>
                  <a:gd name="connsiteY52" fmla="*/ 179743 h 606166"/>
                  <a:gd name="connsiteX53" fmla="*/ 176064 w 484573"/>
                  <a:gd name="connsiteY53" fmla="*/ 153326 h 606166"/>
                  <a:gd name="connsiteX54" fmla="*/ 162229 w 484573"/>
                  <a:gd name="connsiteY54" fmla="*/ 129319 h 606166"/>
                  <a:gd name="connsiteX55" fmla="*/ 167707 w 484573"/>
                  <a:gd name="connsiteY55" fmla="*/ 100770 h 606166"/>
                  <a:gd name="connsiteX56" fmla="*/ 166222 w 484573"/>
                  <a:gd name="connsiteY56" fmla="*/ 94745 h 606166"/>
                  <a:gd name="connsiteX57" fmla="*/ 166036 w 484573"/>
                  <a:gd name="connsiteY57" fmla="*/ 61376 h 606166"/>
                  <a:gd name="connsiteX58" fmla="*/ 185627 w 484573"/>
                  <a:gd name="connsiteY58" fmla="*/ 27266 h 606166"/>
                  <a:gd name="connsiteX59" fmla="*/ 203732 w 484573"/>
                  <a:gd name="connsiteY59" fmla="*/ 12436 h 606166"/>
                  <a:gd name="connsiteX60" fmla="*/ 221281 w 484573"/>
                  <a:gd name="connsiteY60" fmla="*/ 3445 h 606166"/>
                  <a:gd name="connsiteX61" fmla="*/ 237251 w 484573"/>
                  <a:gd name="connsiteY61" fmla="*/ 293 h 606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484573" h="606166">
                    <a:moveTo>
                      <a:pt x="226085" y="386567"/>
                    </a:moveTo>
                    <a:lnTo>
                      <a:pt x="257375" y="386567"/>
                    </a:lnTo>
                    <a:lnTo>
                      <a:pt x="257375" y="429857"/>
                    </a:lnTo>
                    <a:lnTo>
                      <a:pt x="416980" y="429857"/>
                    </a:lnTo>
                    <a:cubicBezTo>
                      <a:pt x="432207" y="429857"/>
                      <a:pt x="444556" y="442185"/>
                      <a:pt x="444556" y="457388"/>
                    </a:cubicBezTo>
                    <a:lnTo>
                      <a:pt x="444556" y="499008"/>
                    </a:lnTo>
                    <a:cubicBezTo>
                      <a:pt x="467582" y="505497"/>
                      <a:pt x="484573" y="526447"/>
                      <a:pt x="484573" y="551568"/>
                    </a:cubicBezTo>
                    <a:cubicBezTo>
                      <a:pt x="484573" y="581694"/>
                      <a:pt x="460061" y="606166"/>
                      <a:pt x="429886" y="606166"/>
                    </a:cubicBezTo>
                    <a:cubicBezTo>
                      <a:pt x="399617" y="606166"/>
                      <a:pt x="375106" y="581694"/>
                      <a:pt x="375106" y="551568"/>
                    </a:cubicBezTo>
                    <a:cubicBezTo>
                      <a:pt x="375106" y="527188"/>
                      <a:pt x="391075" y="506610"/>
                      <a:pt x="413173" y="499565"/>
                    </a:cubicBezTo>
                    <a:lnTo>
                      <a:pt x="413173" y="461003"/>
                    </a:lnTo>
                    <a:lnTo>
                      <a:pt x="257282" y="461003"/>
                    </a:lnTo>
                    <a:lnTo>
                      <a:pt x="257282" y="499008"/>
                    </a:lnTo>
                    <a:cubicBezTo>
                      <a:pt x="280029" y="505590"/>
                      <a:pt x="296742" y="526632"/>
                      <a:pt x="296742" y="551475"/>
                    </a:cubicBezTo>
                    <a:cubicBezTo>
                      <a:pt x="296742" y="581601"/>
                      <a:pt x="272416" y="606073"/>
                      <a:pt x="242147" y="606073"/>
                    </a:cubicBezTo>
                    <a:cubicBezTo>
                      <a:pt x="211972" y="606073"/>
                      <a:pt x="187460" y="581601"/>
                      <a:pt x="187460" y="551475"/>
                    </a:cubicBezTo>
                    <a:cubicBezTo>
                      <a:pt x="187460" y="527003"/>
                      <a:pt x="203708" y="506239"/>
                      <a:pt x="226085" y="499287"/>
                    </a:cubicBezTo>
                    <a:lnTo>
                      <a:pt x="226085" y="461003"/>
                    </a:lnTo>
                    <a:lnTo>
                      <a:pt x="71121" y="461003"/>
                    </a:lnTo>
                    <a:lnTo>
                      <a:pt x="71121" y="499287"/>
                    </a:lnTo>
                    <a:cubicBezTo>
                      <a:pt x="93220" y="506239"/>
                      <a:pt x="109468" y="527003"/>
                      <a:pt x="109468" y="551475"/>
                    </a:cubicBezTo>
                    <a:cubicBezTo>
                      <a:pt x="109468" y="581601"/>
                      <a:pt x="84956" y="606073"/>
                      <a:pt x="54780" y="606073"/>
                    </a:cubicBezTo>
                    <a:cubicBezTo>
                      <a:pt x="24512" y="606073"/>
                      <a:pt x="0" y="581601"/>
                      <a:pt x="0" y="551475"/>
                    </a:cubicBezTo>
                    <a:cubicBezTo>
                      <a:pt x="0" y="526447"/>
                      <a:pt x="16712" y="505497"/>
                      <a:pt x="39646" y="498916"/>
                    </a:cubicBezTo>
                    <a:lnTo>
                      <a:pt x="39646" y="457109"/>
                    </a:lnTo>
                    <a:cubicBezTo>
                      <a:pt x="39646" y="441907"/>
                      <a:pt x="52180" y="429578"/>
                      <a:pt x="67407" y="429857"/>
                    </a:cubicBezTo>
                    <a:lnTo>
                      <a:pt x="226085" y="429857"/>
                    </a:lnTo>
                    <a:close/>
                    <a:moveTo>
                      <a:pt x="237251" y="293"/>
                    </a:moveTo>
                    <a:cubicBezTo>
                      <a:pt x="254613" y="-1190"/>
                      <a:pt x="267798" y="3167"/>
                      <a:pt x="277268" y="8728"/>
                    </a:cubicBezTo>
                    <a:cubicBezTo>
                      <a:pt x="291381" y="16514"/>
                      <a:pt x="296673" y="26803"/>
                      <a:pt x="296673" y="26803"/>
                    </a:cubicBezTo>
                    <a:cubicBezTo>
                      <a:pt x="296673" y="26803"/>
                      <a:pt x="328985" y="29120"/>
                      <a:pt x="318121" y="94653"/>
                    </a:cubicBezTo>
                    <a:cubicBezTo>
                      <a:pt x="317750" y="96599"/>
                      <a:pt x="317193" y="98731"/>
                      <a:pt x="316636" y="100677"/>
                    </a:cubicBezTo>
                    <a:cubicBezTo>
                      <a:pt x="322764" y="100677"/>
                      <a:pt x="328985" y="105497"/>
                      <a:pt x="322300" y="129226"/>
                    </a:cubicBezTo>
                    <a:cubicBezTo>
                      <a:pt x="317007" y="147764"/>
                      <a:pt x="312179" y="152955"/>
                      <a:pt x="308465" y="153233"/>
                    </a:cubicBezTo>
                    <a:cubicBezTo>
                      <a:pt x="307165" y="161575"/>
                      <a:pt x="303823" y="170844"/>
                      <a:pt x="298809" y="179650"/>
                    </a:cubicBezTo>
                    <a:lnTo>
                      <a:pt x="298809" y="212648"/>
                    </a:lnTo>
                    <a:cubicBezTo>
                      <a:pt x="298809" y="213853"/>
                      <a:pt x="299366" y="214965"/>
                      <a:pt x="300480" y="215521"/>
                    </a:cubicBezTo>
                    <a:cubicBezTo>
                      <a:pt x="310044" y="220063"/>
                      <a:pt x="356839" y="243792"/>
                      <a:pt x="400292" y="279385"/>
                    </a:cubicBezTo>
                    <a:cubicBezTo>
                      <a:pt x="407999" y="285781"/>
                      <a:pt x="412455" y="295421"/>
                      <a:pt x="412455" y="305432"/>
                    </a:cubicBezTo>
                    <a:lnTo>
                      <a:pt x="412455" y="336112"/>
                    </a:lnTo>
                    <a:cubicBezTo>
                      <a:pt x="412455" y="345659"/>
                      <a:pt x="404749" y="353260"/>
                      <a:pt x="395185" y="353260"/>
                    </a:cubicBezTo>
                    <a:lnTo>
                      <a:pt x="261763" y="353260"/>
                    </a:lnTo>
                    <a:lnTo>
                      <a:pt x="249878" y="299036"/>
                    </a:lnTo>
                    <a:cubicBezTo>
                      <a:pt x="278568" y="258993"/>
                      <a:pt x="247650" y="257047"/>
                      <a:pt x="242357" y="257047"/>
                    </a:cubicBezTo>
                    <a:cubicBezTo>
                      <a:pt x="236879" y="257140"/>
                      <a:pt x="206054" y="258993"/>
                      <a:pt x="234744" y="299036"/>
                    </a:cubicBezTo>
                    <a:lnTo>
                      <a:pt x="222859" y="353260"/>
                    </a:lnTo>
                    <a:lnTo>
                      <a:pt x="89436" y="353260"/>
                    </a:lnTo>
                    <a:cubicBezTo>
                      <a:pt x="79873" y="353260"/>
                      <a:pt x="72259" y="345659"/>
                      <a:pt x="72259" y="336112"/>
                    </a:cubicBezTo>
                    <a:lnTo>
                      <a:pt x="72259" y="305432"/>
                    </a:lnTo>
                    <a:cubicBezTo>
                      <a:pt x="72259" y="295236"/>
                      <a:pt x="76809" y="285596"/>
                      <a:pt x="84701" y="279107"/>
                    </a:cubicBezTo>
                    <a:cubicBezTo>
                      <a:pt x="128061" y="243699"/>
                      <a:pt x="174578" y="220063"/>
                      <a:pt x="184141" y="215521"/>
                    </a:cubicBezTo>
                    <a:cubicBezTo>
                      <a:pt x="185163" y="214873"/>
                      <a:pt x="185906" y="213853"/>
                      <a:pt x="185720" y="212741"/>
                    </a:cubicBezTo>
                    <a:lnTo>
                      <a:pt x="185720" y="179743"/>
                    </a:lnTo>
                    <a:cubicBezTo>
                      <a:pt x="180706" y="171030"/>
                      <a:pt x="177456" y="161761"/>
                      <a:pt x="176064" y="153326"/>
                    </a:cubicBezTo>
                    <a:cubicBezTo>
                      <a:pt x="172350" y="153048"/>
                      <a:pt x="167429" y="147857"/>
                      <a:pt x="162229" y="129319"/>
                    </a:cubicBezTo>
                    <a:cubicBezTo>
                      <a:pt x="155637" y="105868"/>
                      <a:pt x="161579" y="100956"/>
                      <a:pt x="167707" y="100770"/>
                    </a:cubicBezTo>
                    <a:cubicBezTo>
                      <a:pt x="167057" y="98824"/>
                      <a:pt x="166593" y="96692"/>
                      <a:pt x="166222" y="94745"/>
                    </a:cubicBezTo>
                    <a:cubicBezTo>
                      <a:pt x="163993" y="82881"/>
                      <a:pt x="163343" y="71851"/>
                      <a:pt x="166036" y="61376"/>
                    </a:cubicBezTo>
                    <a:cubicBezTo>
                      <a:pt x="169379" y="47287"/>
                      <a:pt x="177085" y="36072"/>
                      <a:pt x="185627" y="27266"/>
                    </a:cubicBezTo>
                    <a:cubicBezTo>
                      <a:pt x="191105" y="21612"/>
                      <a:pt x="197233" y="16514"/>
                      <a:pt x="203732" y="12436"/>
                    </a:cubicBezTo>
                    <a:cubicBezTo>
                      <a:pt x="209025" y="8728"/>
                      <a:pt x="214874" y="5484"/>
                      <a:pt x="221281" y="3445"/>
                    </a:cubicBezTo>
                    <a:cubicBezTo>
                      <a:pt x="226387" y="1684"/>
                      <a:pt x="231680" y="571"/>
                      <a:pt x="237251" y="293"/>
                    </a:cubicBezTo>
                    <a:close/>
                  </a:path>
                </a:pathLst>
              </a:custGeom>
              <a:solidFill>
                <a:schemeClr val="bg1"/>
              </a:solid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cxnSp>
          <p:nvCxnSpPr>
            <p:cNvPr id="29" name="直接箭头连接符 28"/>
            <p:cNvCxnSpPr>
              <a:stCxn id="30" idx="4"/>
            </p:cNvCxnSpPr>
            <p:nvPr/>
          </p:nvCxnSpPr>
          <p:spPr>
            <a:xfrm>
              <a:off x="10236393" y="3217171"/>
              <a:ext cx="1" cy="882104"/>
            </a:xfrm>
            <a:prstGeom prst="straightConnector1">
              <a:avLst/>
            </a:prstGeom>
            <a:ln w="3175" cap="rnd">
              <a:solidFill>
                <a:schemeClr val="bg1">
                  <a:lumMod val="75000"/>
                </a:schemeClr>
              </a:solidFill>
              <a:round/>
              <a:tailEnd type="oval"/>
            </a:ln>
          </p:spPr>
          <p:style>
            <a:lnRef idx="1">
              <a:schemeClr val="accent1"/>
            </a:lnRef>
            <a:fillRef idx="0">
              <a:schemeClr val="accent1"/>
            </a:fillRef>
            <a:effectRef idx="0">
              <a:schemeClr val="accent1"/>
            </a:effectRef>
            <a:fontRef idx="minor">
              <a:schemeClr val="tx1"/>
            </a:fontRef>
          </p:style>
        </p:cxnSp>
      </p:grpSp>
      <p:sp>
        <p:nvSpPr>
          <p:cNvPr id="41" name="矩形 40"/>
          <p:cNvSpPr/>
          <p:nvPr/>
        </p:nvSpPr>
        <p:spPr>
          <a:xfrm>
            <a:off x="1023996" y="4433381"/>
            <a:ext cx="1863219" cy="1369606"/>
          </a:xfrm>
          <a:prstGeom prst="rect">
            <a:avLst/>
          </a:prstGeom>
        </p:spPr>
        <p:txBody>
          <a:bodyPr wrap="square">
            <a:spAutoFit/>
          </a:bodyPr>
          <a:lstStyle/>
          <a:p>
            <a:pPr algn="ctr">
              <a:lnSpc>
                <a:spcPct val="150000"/>
              </a:lnSpc>
              <a:spcAft>
                <a:spcPts val="600"/>
              </a:spcAft>
            </a:pPr>
            <a:r>
              <a:rPr lang="zh-CN" altLang="en-US" sz="16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05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2" name="矩形 41"/>
          <p:cNvSpPr/>
          <p:nvPr/>
        </p:nvSpPr>
        <p:spPr>
          <a:xfrm>
            <a:off x="5164389" y="4433380"/>
            <a:ext cx="1863219" cy="1369606"/>
          </a:xfrm>
          <a:prstGeom prst="rect">
            <a:avLst/>
          </a:prstGeom>
        </p:spPr>
        <p:txBody>
          <a:bodyPr wrap="square">
            <a:spAutoFit/>
          </a:bodyPr>
          <a:lstStyle/>
          <a:p>
            <a:pPr algn="ctr">
              <a:lnSpc>
                <a:spcPct val="150000"/>
              </a:lnSpc>
              <a:spcAft>
                <a:spcPts val="600"/>
              </a:spcAft>
            </a:pPr>
            <a:r>
              <a:rPr lang="zh-CN" altLang="en-US" sz="16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1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3" name="矩形 42"/>
          <p:cNvSpPr/>
          <p:nvPr/>
        </p:nvSpPr>
        <p:spPr>
          <a:xfrm>
            <a:off x="3093799" y="4042569"/>
            <a:ext cx="1863219" cy="1369606"/>
          </a:xfrm>
          <a:prstGeom prst="rect">
            <a:avLst/>
          </a:prstGeom>
        </p:spPr>
        <p:txBody>
          <a:bodyPr wrap="square">
            <a:spAutoFit/>
          </a:bodyPr>
          <a:lstStyle/>
          <a:p>
            <a:pPr algn="ctr">
              <a:lnSpc>
                <a:spcPct val="150000"/>
              </a:lnSpc>
              <a:spcAft>
                <a:spcPts val="600"/>
              </a:spcAft>
            </a:pPr>
            <a:r>
              <a:rPr lang="zh-CN" altLang="en-US" sz="16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05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4" name="矩形 43"/>
          <p:cNvSpPr/>
          <p:nvPr/>
        </p:nvSpPr>
        <p:spPr>
          <a:xfrm>
            <a:off x="9304784" y="4433379"/>
            <a:ext cx="1863219" cy="1369606"/>
          </a:xfrm>
          <a:prstGeom prst="rect">
            <a:avLst/>
          </a:prstGeom>
        </p:spPr>
        <p:txBody>
          <a:bodyPr wrap="square">
            <a:spAutoFit/>
          </a:bodyPr>
          <a:lstStyle/>
          <a:p>
            <a:pPr algn="ctr">
              <a:lnSpc>
                <a:spcPct val="150000"/>
              </a:lnSpc>
              <a:spcAft>
                <a:spcPts val="600"/>
              </a:spcAft>
            </a:pPr>
            <a:r>
              <a:rPr lang="zh-CN" altLang="en-US" sz="16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05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5" name="矩形 44"/>
          <p:cNvSpPr/>
          <p:nvPr/>
        </p:nvSpPr>
        <p:spPr>
          <a:xfrm>
            <a:off x="7234191" y="4042569"/>
            <a:ext cx="1863219" cy="1369606"/>
          </a:xfrm>
          <a:prstGeom prst="rect">
            <a:avLst/>
          </a:prstGeom>
        </p:spPr>
        <p:txBody>
          <a:bodyPr wrap="square">
            <a:spAutoFit/>
          </a:bodyPr>
          <a:lstStyle/>
          <a:p>
            <a:pPr algn="ctr">
              <a:lnSpc>
                <a:spcPct val="150000"/>
              </a:lnSpc>
              <a:spcAft>
                <a:spcPts val="600"/>
              </a:spcAft>
            </a:pPr>
            <a:r>
              <a:rPr lang="zh-CN" altLang="en-US" sz="16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1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形状 2"/>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accent1">
              <a:lumMod val="100000"/>
            </a:schemeClr>
          </a:solidFill>
          <a:ln w="38100">
            <a:solidFill>
              <a:schemeClr val="accent1">
                <a:lumMod val="10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4" name="图片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7941" y="569481"/>
            <a:ext cx="618131" cy="618131"/>
          </a:xfrm>
          <a:prstGeom prst="rect">
            <a:avLst/>
          </a:prstGeom>
        </p:spPr>
      </p:pic>
      <p:sp>
        <p:nvSpPr>
          <p:cNvPr id="5" name="矩形 4"/>
          <p:cNvSpPr/>
          <p:nvPr/>
        </p:nvSpPr>
        <p:spPr>
          <a:xfrm>
            <a:off x="1359000" y="647713"/>
            <a:ext cx="2156360"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1.3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研究现状</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6" name="254805"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2"/>
            </p:custDataLst>
          </p:nvPr>
        </p:nvGrpSpPr>
        <p:grpSpPr>
          <a:xfrm>
            <a:off x="3894350" y="2547658"/>
            <a:ext cx="4403299" cy="2818163"/>
            <a:chOff x="3894350" y="2192058"/>
            <a:chExt cx="4403299" cy="2818163"/>
          </a:xfrm>
        </p:grpSpPr>
        <p:grpSp>
          <p:nvGrpSpPr>
            <p:cNvPr id="62" name="ïṡľíḓe"/>
            <p:cNvGrpSpPr/>
            <p:nvPr/>
          </p:nvGrpSpPr>
          <p:grpSpPr>
            <a:xfrm>
              <a:off x="3894350" y="2192058"/>
              <a:ext cx="580786" cy="580786"/>
              <a:chOff x="3584697" y="2192058"/>
              <a:chExt cx="580786" cy="580786"/>
            </a:xfrm>
          </p:grpSpPr>
          <p:sp>
            <p:nvSpPr>
              <p:cNvPr id="63" name="ï$ḻîḍé"/>
              <p:cNvSpPr/>
              <p:nvPr/>
            </p:nvSpPr>
            <p:spPr>
              <a:xfrm>
                <a:off x="3584697" y="2192058"/>
                <a:ext cx="580786" cy="580786"/>
              </a:xfrm>
              <a:prstGeom prst="ellipse">
                <a:avLst/>
              </a:prstGeom>
              <a:noFill/>
              <a:ln w="19050">
                <a:solidFill>
                  <a:schemeClr val="tx1">
                    <a:lumMod val="50000"/>
                    <a:lumOff val="50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i="1">
                  <a:solidFill>
                    <a:schemeClr val="tx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4" name="îṧḻîḑê"/>
              <p:cNvSpPr/>
              <p:nvPr/>
            </p:nvSpPr>
            <p:spPr>
              <a:xfrm>
                <a:off x="3690111" y="2338243"/>
                <a:ext cx="369958" cy="288416"/>
              </a:xfrm>
              <a:custGeom>
                <a:avLst/>
                <a:gdLst>
                  <a:gd name="connsiteX0" fmla="*/ 427673 w 608989"/>
                  <a:gd name="connsiteY0" fmla="*/ 372781 h 474764"/>
                  <a:gd name="connsiteX1" fmla="*/ 393797 w 608989"/>
                  <a:gd name="connsiteY1" fmla="*/ 406614 h 474764"/>
                  <a:gd name="connsiteX2" fmla="*/ 427673 w 608989"/>
                  <a:gd name="connsiteY2" fmla="*/ 440448 h 474764"/>
                  <a:gd name="connsiteX3" fmla="*/ 461549 w 608989"/>
                  <a:gd name="connsiteY3" fmla="*/ 406614 h 474764"/>
                  <a:gd name="connsiteX4" fmla="*/ 427673 w 608989"/>
                  <a:gd name="connsiteY4" fmla="*/ 372781 h 474764"/>
                  <a:gd name="connsiteX5" fmla="*/ 149568 w 608989"/>
                  <a:gd name="connsiteY5" fmla="*/ 372781 h 474764"/>
                  <a:gd name="connsiteX6" fmla="*/ 115692 w 608989"/>
                  <a:gd name="connsiteY6" fmla="*/ 406614 h 474764"/>
                  <a:gd name="connsiteX7" fmla="*/ 149568 w 608989"/>
                  <a:gd name="connsiteY7" fmla="*/ 440448 h 474764"/>
                  <a:gd name="connsiteX8" fmla="*/ 183444 w 608989"/>
                  <a:gd name="connsiteY8" fmla="*/ 406614 h 474764"/>
                  <a:gd name="connsiteX9" fmla="*/ 149568 w 608989"/>
                  <a:gd name="connsiteY9" fmla="*/ 372781 h 474764"/>
                  <a:gd name="connsiteX10" fmla="*/ 413316 w 608989"/>
                  <a:gd name="connsiteY10" fmla="*/ 194754 h 474764"/>
                  <a:gd name="connsiteX11" fmla="*/ 413316 w 608989"/>
                  <a:gd name="connsiteY11" fmla="*/ 269348 h 474764"/>
                  <a:gd name="connsiteX12" fmla="*/ 477196 w 608989"/>
                  <a:gd name="connsiteY12" fmla="*/ 269348 h 474764"/>
                  <a:gd name="connsiteX13" fmla="*/ 483971 w 608989"/>
                  <a:gd name="connsiteY13" fmla="*/ 256137 h 474764"/>
                  <a:gd name="connsiteX14" fmla="*/ 449611 w 608989"/>
                  <a:gd name="connsiteY14" fmla="*/ 207965 h 474764"/>
                  <a:gd name="connsiteX15" fmla="*/ 424124 w 608989"/>
                  <a:gd name="connsiteY15" fmla="*/ 194754 h 474764"/>
                  <a:gd name="connsiteX16" fmla="*/ 231999 w 608989"/>
                  <a:gd name="connsiteY16" fmla="*/ 194754 h 474764"/>
                  <a:gd name="connsiteX17" fmla="*/ 205705 w 608989"/>
                  <a:gd name="connsiteY17" fmla="*/ 207321 h 474764"/>
                  <a:gd name="connsiteX18" fmla="*/ 165860 w 608989"/>
                  <a:gd name="connsiteY18" fmla="*/ 256782 h 474764"/>
                  <a:gd name="connsiteX19" fmla="*/ 171990 w 608989"/>
                  <a:gd name="connsiteY19" fmla="*/ 269348 h 474764"/>
                  <a:gd name="connsiteX20" fmla="*/ 374439 w 608989"/>
                  <a:gd name="connsiteY20" fmla="*/ 269348 h 474764"/>
                  <a:gd name="connsiteX21" fmla="*/ 374439 w 608989"/>
                  <a:gd name="connsiteY21" fmla="*/ 194754 h 474764"/>
                  <a:gd name="connsiteX22" fmla="*/ 217965 w 608989"/>
                  <a:gd name="connsiteY22" fmla="*/ 162371 h 474764"/>
                  <a:gd name="connsiteX23" fmla="*/ 442030 w 608989"/>
                  <a:gd name="connsiteY23" fmla="*/ 162371 h 474764"/>
                  <a:gd name="connsiteX24" fmla="*/ 477196 w 608989"/>
                  <a:gd name="connsiteY24" fmla="*/ 180577 h 474764"/>
                  <a:gd name="connsiteX25" fmla="*/ 524783 w 608989"/>
                  <a:gd name="connsiteY25" fmla="*/ 248243 h 474764"/>
                  <a:gd name="connsiteX26" fmla="*/ 544625 w 608989"/>
                  <a:gd name="connsiteY26" fmla="*/ 257910 h 474764"/>
                  <a:gd name="connsiteX27" fmla="*/ 550594 w 608989"/>
                  <a:gd name="connsiteY27" fmla="*/ 257104 h 474764"/>
                  <a:gd name="connsiteX28" fmla="*/ 586728 w 608989"/>
                  <a:gd name="connsiteY28" fmla="*/ 245826 h 474764"/>
                  <a:gd name="connsiteX29" fmla="*/ 605118 w 608989"/>
                  <a:gd name="connsiteY29" fmla="*/ 249693 h 474764"/>
                  <a:gd name="connsiteX30" fmla="*/ 608828 w 608989"/>
                  <a:gd name="connsiteY30" fmla="*/ 264354 h 474764"/>
                  <a:gd name="connsiteX31" fmla="*/ 590277 w 608989"/>
                  <a:gd name="connsiteY31" fmla="*/ 401942 h 474764"/>
                  <a:gd name="connsiteX32" fmla="*/ 563337 w 608989"/>
                  <a:gd name="connsiteY32" fmla="*/ 425625 h 474764"/>
                  <a:gd name="connsiteX33" fmla="*/ 493166 w 608989"/>
                  <a:gd name="connsiteY33" fmla="*/ 425625 h 474764"/>
                  <a:gd name="connsiteX34" fmla="*/ 427673 w 608989"/>
                  <a:gd name="connsiteY34" fmla="*/ 474764 h 474764"/>
                  <a:gd name="connsiteX35" fmla="*/ 362341 w 608989"/>
                  <a:gd name="connsiteY35" fmla="*/ 425625 h 474764"/>
                  <a:gd name="connsiteX36" fmla="*/ 215061 w 608989"/>
                  <a:gd name="connsiteY36" fmla="*/ 425625 h 474764"/>
                  <a:gd name="connsiteX37" fmla="*/ 149568 w 608989"/>
                  <a:gd name="connsiteY37" fmla="*/ 474764 h 474764"/>
                  <a:gd name="connsiteX38" fmla="*/ 84074 w 608989"/>
                  <a:gd name="connsiteY38" fmla="*/ 425625 h 474764"/>
                  <a:gd name="connsiteX39" fmla="*/ 21485 w 608989"/>
                  <a:gd name="connsiteY39" fmla="*/ 425625 h 474764"/>
                  <a:gd name="connsiteX40" fmla="*/ 4869 w 608989"/>
                  <a:gd name="connsiteY40" fmla="*/ 418214 h 474764"/>
                  <a:gd name="connsiteX41" fmla="*/ 352 w 608989"/>
                  <a:gd name="connsiteY41" fmla="*/ 400814 h 474764"/>
                  <a:gd name="connsiteX42" fmla="*/ 15516 w 608989"/>
                  <a:gd name="connsiteY42" fmla="*/ 309304 h 474764"/>
                  <a:gd name="connsiteX43" fmla="*/ 41649 w 608989"/>
                  <a:gd name="connsiteY43" fmla="*/ 281593 h 474764"/>
                  <a:gd name="connsiteX44" fmla="*/ 95850 w 608989"/>
                  <a:gd name="connsiteY44" fmla="*/ 269348 h 474764"/>
                  <a:gd name="connsiteX45" fmla="*/ 125532 w 608989"/>
                  <a:gd name="connsiteY45" fmla="*/ 250660 h 474764"/>
                  <a:gd name="connsiteX46" fmla="*/ 181992 w 608989"/>
                  <a:gd name="connsiteY46" fmla="*/ 179771 h 474764"/>
                  <a:gd name="connsiteX47" fmla="*/ 217965 w 608989"/>
                  <a:gd name="connsiteY47" fmla="*/ 162371 h 474764"/>
                  <a:gd name="connsiteX48" fmla="*/ 168447 w 608989"/>
                  <a:gd name="connsiteY48" fmla="*/ 0 h 474764"/>
                  <a:gd name="connsiteX49" fmla="*/ 238143 w 608989"/>
                  <a:gd name="connsiteY49" fmla="*/ 47040 h 474764"/>
                  <a:gd name="connsiteX50" fmla="*/ 416257 w 608989"/>
                  <a:gd name="connsiteY50" fmla="*/ 47040 h 474764"/>
                  <a:gd name="connsiteX51" fmla="*/ 421743 w 608989"/>
                  <a:gd name="connsiteY51" fmla="*/ 47524 h 474764"/>
                  <a:gd name="connsiteX52" fmla="*/ 491762 w 608989"/>
                  <a:gd name="connsiteY52" fmla="*/ 0 h 474764"/>
                  <a:gd name="connsiteX53" fmla="*/ 556941 w 608989"/>
                  <a:gd name="connsiteY53" fmla="*/ 37858 h 474764"/>
                  <a:gd name="connsiteX54" fmla="*/ 557103 w 608989"/>
                  <a:gd name="connsiteY54" fmla="*/ 46396 h 474764"/>
                  <a:gd name="connsiteX55" fmla="*/ 549520 w 608989"/>
                  <a:gd name="connsiteY55" fmla="*/ 50262 h 474764"/>
                  <a:gd name="connsiteX56" fmla="*/ 500635 w 608989"/>
                  <a:gd name="connsiteY56" fmla="*/ 50423 h 474764"/>
                  <a:gd name="connsiteX57" fmla="*/ 496279 w 608989"/>
                  <a:gd name="connsiteY57" fmla="*/ 52357 h 474764"/>
                  <a:gd name="connsiteX58" fmla="*/ 495957 w 608989"/>
                  <a:gd name="connsiteY58" fmla="*/ 52840 h 474764"/>
                  <a:gd name="connsiteX59" fmla="*/ 479823 w 608989"/>
                  <a:gd name="connsiteY59" fmla="*/ 75071 h 474764"/>
                  <a:gd name="connsiteX60" fmla="*/ 495634 w 608989"/>
                  <a:gd name="connsiteY60" fmla="*/ 97142 h 474764"/>
                  <a:gd name="connsiteX61" fmla="*/ 495957 w 608989"/>
                  <a:gd name="connsiteY61" fmla="*/ 97625 h 474764"/>
                  <a:gd name="connsiteX62" fmla="*/ 499345 w 608989"/>
                  <a:gd name="connsiteY62" fmla="*/ 99719 h 474764"/>
                  <a:gd name="connsiteX63" fmla="*/ 549520 w 608989"/>
                  <a:gd name="connsiteY63" fmla="*/ 99880 h 474764"/>
                  <a:gd name="connsiteX64" fmla="*/ 556941 w 608989"/>
                  <a:gd name="connsiteY64" fmla="*/ 104069 h 474764"/>
                  <a:gd name="connsiteX65" fmla="*/ 556941 w 608989"/>
                  <a:gd name="connsiteY65" fmla="*/ 112285 h 474764"/>
                  <a:gd name="connsiteX66" fmla="*/ 491762 w 608989"/>
                  <a:gd name="connsiteY66" fmla="*/ 150304 h 474764"/>
                  <a:gd name="connsiteX67" fmla="*/ 421743 w 608989"/>
                  <a:gd name="connsiteY67" fmla="*/ 102780 h 474764"/>
                  <a:gd name="connsiteX68" fmla="*/ 416257 w 608989"/>
                  <a:gd name="connsiteY68" fmla="*/ 103263 h 474764"/>
                  <a:gd name="connsiteX69" fmla="*/ 238143 w 608989"/>
                  <a:gd name="connsiteY69" fmla="*/ 103263 h 474764"/>
                  <a:gd name="connsiteX70" fmla="*/ 168447 w 608989"/>
                  <a:gd name="connsiteY70" fmla="*/ 150304 h 474764"/>
                  <a:gd name="connsiteX71" fmla="*/ 103267 w 608989"/>
                  <a:gd name="connsiteY71" fmla="*/ 112446 h 474764"/>
                  <a:gd name="connsiteX72" fmla="*/ 103106 w 608989"/>
                  <a:gd name="connsiteY72" fmla="*/ 103908 h 474764"/>
                  <a:gd name="connsiteX73" fmla="*/ 110689 w 608989"/>
                  <a:gd name="connsiteY73" fmla="*/ 99880 h 474764"/>
                  <a:gd name="connsiteX74" fmla="*/ 159573 w 608989"/>
                  <a:gd name="connsiteY74" fmla="*/ 99880 h 474764"/>
                  <a:gd name="connsiteX75" fmla="*/ 164091 w 608989"/>
                  <a:gd name="connsiteY75" fmla="*/ 97786 h 474764"/>
                  <a:gd name="connsiteX76" fmla="*/ 164252 w 608989"/>
                  <a:gd name="connsiteY76" fmla="*/ 97464 h 474764"/>
                  <a:gd name="connsiteX77" fmla="*/ 180385 w 608989"/>
                  <a:gd name="connsiteY77" fmla="*/ 75232 h 474764"/>
                  <a:gd name="connsiteX78" fmla="*/ 164575 w 608989"/>
                  <a:gd name="connsiteY78" fmla="*/ 53162 h 474764"/>
                  <a:gd name="connsiteX79" fmla="*/ 164252 w 608989"/>
                  <a:gd name="connsiteY79" fmla="*/ 52679 h 474764"/>
                  <a:gd name="connsiteX80" fmla="*/ 160864 w 608989"/>
                  <a:gd name="connsiteY80" fmla="*/ 50423 h 474764"/>
                  <a:gd name="connsiteX81" fmla="*/ 160541 w 608989"/>
                  <a:gd name="connsiteY81" fmla="*/ 50423 h 474764"/>
                  <a:gd name="connsiteX82" fmla="*/ 110689 w 608989"/>
                  <a:gd name="connsiteY82" fmla="*/ 50262 h 474764"/>
                  <a:gd name="connsiteX83" fmla="*/ 103267 w 608989"/>
                  <a:gd name="connsiteY83" fmla="*/ 46235 h 474764"/>
                  <a:gd name="connsiteX84" fmla="*/ 103267 w 608989"/>
                  <a:gd name="connsiteY84" fmla="*/ 37858 h 474764"/>
                  <a:gd name="connsiteX85" fmla="*/ 168447 w 608989"/>
                  <a:gd name="connsiteY85" fmla="*/ 0 h 47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08989" h="474764">
                    <a:moveTo>
                      <a:pt x="427673" y="372781"/>
                    </a:moveTo>
                    <a:cubicBezTo>
                      <a:pt x="408960" y="372781"/>
                      <a:pt x="393797" y="387926"/>
                      <a:pt x="393797" y="406614"/>
                    </a:cubicBezTo>
                    <a:cubicBezTo>
                      <a:pt x="393797" y="425303"/>
                      <a:pt x="408960" y="440448"/>
                      <a:pt x="427673" y="440448"/>
                    </a:cubicBezTo>
                    <a:cubicBezTo>
                      <a:pt x="446385" y="440448"/>
                      <a:pt x="461549" y="425303"/>
                      <a:pt x="461549" y="406614"/>
                    </a:cubicBezTo>
                    <a:cubicBezTo>
                      <a:pt x="461549" y="387926"/>
                      <a:pt x="446385" y="372781"/>
                      <a:pt x="427673" y="372781"/>
                    </a:cubicBezTo>
                    <a:close/>
                    <a:moveTo>
                      <a:pt x="149568" y="372781"/>
                    </a:moveTo>
                    <a:cubicBezTo>
                      <a:pt x="130855" y="372781"/>
                      <a:pt x="115692" y="387926"/>
                      <a:pt x="115692" y="406614"/>
                    </a:cubicBezTo>
                    <a:cubicBezTo>
                      <a:pt x="115692" y="425303"/>
                      <a:pt x="130855" y="440448"/>
                      <a:pt x="149568" y="440448"/>
                    </a:cubicBezTo>
                    <a:cubicBezTo>
                      <a:pt x="168280" y="440448"/>
                      <a:pt x="183444" y="425303"/>
                      <a:pt x="183444" y="406614"/>
                    </a:cubicBezTo>
                    <a:cubicBezTo>
                      <a:pt x="183444" y="387926"/>
                      <a:pt x="168280" y="372781"/>
                      <a:pt x="149568" y="372781"/>
                    </a:cubicBezTo>
                    <a:close/>
                    <a:moveTo>
                      <a:pt x="413316" y="194754"/>
                    </a:moveTo>
                    <a:lnTo>
                      <a:pt x="413316" y="269348"/>
                    </a:lnTo>
                    <a:lnTo>
                      <a:pt x="477196" y="269348"/>
                    </a:lnTo>
                    <a:cubicBezTo>
                      <a:pt x="486068" y="269348"/>
                      <a:pt x="489133" y="263387"/>
                      <a:pt x="483971" y="256137"/>
                    </a:cubicBezTo>
                    <a:lnTo>
                      <a:pt x="449611" y="207965"/>
                    </a:lnTo>
                    <a:cubicBezTo>
                      <a:pt x="444449" y="200715"/>
                      <a:pt x="432996" y="194754"/>
                      <a:pt x="424124" y="194754"/>
                    </a:cubicBezTo>
                    <a:close/>
                    <a:moveTo>
                      <a:pt x="231999" y="194754"/>
                    </a:moveTo>
                    <a:cubicBezTo>
                      <a:pt x="223127" y="194754"/>
                      <a:pt x="211351" y="200393"/>
                      <a:pt x="205705" y="207321"/>
                    </a:cubicBezTo>
                    <a:lnTo>
                      <a:pt x="165860" y="256782"/>
                    </a:lnTo>
                    <a:cubicBezTo>
                      <a:pt x="160376" y="263709"/>
                      <a:pt x="163118" y="269348"/>
                      <a:pt x="171990" y="269348"/>
                    </a:cubicBezTo>
                    <a:lnTo>
                      <a:pt x="374439" y="269348"/>
                    </a:lnTo>
                    <a:lnTo>
                      <a:pt x="374439" y="194754"/>
                    </a:lnTo>
                    <a:close/>
                    <a:moveTo>
                      <a:pt x="217965" y="162371"/>
                    </a:moveTo>
                    <a:lnTo>
                      <a:pt x="442030" y="162371"/>
                    </a:lnTo>
                    <a:cubicBezTo>
                      <a:pt x="454612" y="162371"/>
                      <a:pt x="470098" y="170427"/>
                      <a:pt x="477196" y="180577"/>
                    </a:cubicBezTo>
                    <a:lnTo>
                      <a:pt x="524783" y="248243"/>
                    </a:lnTo>
                    <a:cubicBezTo>
                      <a:pt x="528816" y="254043"/>
                      <a:pt x="536882" y="257910"/>
                      <a:pt x="544625" y="257910"/>
                    </a:cubicBezTo>
                    <a:cubicBezTo>
                      <a:pt x="546883" y="257910"/>
                      <a:pt x="548819" y="257748"/>
                      <a:pt x="550594" y="257104"/>
                    </a:cubicBezTo>
                    <a:lnTo>
                      <a:pt x="586728" y="245826"/>
                    </a:lnTo>
                    <a:cubicBezTo>
                      <a:pt x="593987" y="243571"/>
                      <a:pt x="600924" y="245021"/>
                      <a:pt x="605118" y="249693"/>
                    </a:cubicBezTo>
                    <a:cubicBezTo>
                      <a:pt x="608183" y="253398"/>
                      <a:pt x="609473" y="258554"/>
                      <a:pt x="608828" y="264354"/>
                    </a:cubicBezTo>
                    <a:lnTo>
                      <a:pt x="590277" y="401942"/>
                    </a:lnTo>
                    <a:cubicBezTo>
                      <a:pt x="588664" y="414992"/>
                      <a:pt x="576565" y="425625"/>
                      <a:pt x="563337" y="425625"/>
                    </a:cubicBezTo>
                    <a:lnTo>
                      <a:pt x="493166" y="425625"/>
                    </a:lnTo>
                    <a:cubicBezTo>
                      <a:pt x="484939" y="453981"/>
                      <a:pt x="458806" y="474764"/>
                      <a:pt x="427673" y="474764"/>
                    </a:cubicBezTo>
                    <a:cubicBezTo>
                      <a:pt x="396700" y="474764"/>
                      <a:pt x="370568" y="453981"/>
                      <a:pt x="362341" y="425625"/>
                    </a:cubicBezTo>
                    <a:lnTo>
                      <a:pt x="215061" y="425625"/>
                    </a:lnTo>
                    <a:cubicBezTo>
                      <a:pt x="206834" y="453981"/>
                      <a:pt x="180540" y="474764"/>
                      <a:pt x="149568" y="474764"/>
                    </a:cubicBezTo>
                    <a:cubicBezTo>
                      <a:pt x="118595" y="474764"/>
                      <a:pt x="92301" y="453981"/>
                      <a:pt x="84074" y="425625"/>
                    </a:cubicBezTo>
                    <a:lnTo>
                      <a:pt x="21485" y="425625"/>
                    </a:lnTo>
                    <a:cubicBezTo>
                      <a:pt x="14871" y="425625"/>
                      <a:pt x="8902" y="423048"/>
                      <a:pt x="4869" y="418214"/>
                    </a:cubicBezTo>
                    <a:cubicBezTo>
                      <a:pt x="836" y="413542"/>
                      <a:pt x="-777" y="407420"/>
                      <a:pt x="352" y="400814"/>
                    </a:cubicBezTo>
                    <a:lnTo>
                      <a:pt x="15516" y="309304"/>
                    </a:lnTo>
                    <a:cubicBezTo>
                      <a:pt x="17613" y="296576"/>
                      <a:pt x="29066" y="284332"/>
                      <a:pt x="41649" y="281593"/>
                    </a:cubicBezTo>
                    <a:lnTo>
                      <a:pt x="95850" y="269348"/>
                    </a:lnTo>
                    <a:cubicBezTo>
                      <a:pt x="105690" y="267093"/>
                      <a:pt x="119241" y="258554"/>
                      <a:pt x="125532" y="250660"/>
                    </a:cubicBezTo>
                    <a:lnTo>
                      <a:pt x="181992" y="179771"/>
                    </a:lnTo>
                    <a:cubicBezTo>
                      <a:pt x="189735" y="169943"/>
                      <a:pt x="205544" y="162371"/>
                      <a:pt x="217965" y="162371"/>
                    </a:cubicBezTo>
                    <a:close/>
                    <a:moveTo>
                      <a:pt x="168447" y="0"/>
                    </a:moveTo>
                    <a:cubicBezTo>
                      <a:pt x="200068" y="0"/>
                      <a:pt x="227011" y="19493"/>
                      <a:pt x="238143" y="47040"/>
                    </a:cubicBezTo>
                    <a:lnTo>
                      <a:pt x="416257" y="47040"/>
                    </a:lnTo>
                    <a:cubicBezTo>
                      <a:pt x="418193" y="47040"/>
                      <a:pt x="419968" y="47202"/>
                      <a:pt x="421743" y="47524"/>
                    </a:cubicBezTo>
                    <a:cubicBezTo>
                      <a:pt x="432875" y="19815"/>
                      <a:pt x="459979" y="0"/>
                      <a:pt x="491762" y="0"/>
                    </a:cubicBezTo>
                    <a:cubicBezTo>
                      <a:pt x="518543" y="0"/>
                      <a:pt x="543550" y="14499"/>
                      <a:pt x="556941" y="37858"/>
                    </a:cubicBezTo>
                    <a:cubicBezTo>
                      <a:pt x="558232" y="39952"/>
                      <a:pt x="558877" y="43335"/>
                      <a:pt x="557103" y="46396"/>
                    </a:cubicBezTo>
                    <a:cubicBezTo>
                      <a:pt x="555651" y="48812"/>
                      <a:pt x="552908" y="50262"/>
                      <a:pt x="549520" y="50262"/>
                    </a:cubicBezTo>
                    <a:cubicBezTo>
                      <a:pt x="549520" y="50262"/>
                      <a:pt x="513703" y="50423"/>
                      <a:pt x="500635" y="50423"/>
                    </a:cubicBezTo>
                    <a:cubicBezTo>
                      <a:pt x="497731" y="50423"/>
                      <a:pt x="496279" y="52357"/>
                      <a:pt x="496279" y="52357"/>
                    </a:cubicBezTo>
                    <a:lnTo>
                      <a:pt x="495957" y="52840"/>
                    </a:lnTo>
                    <a:cubicBezTo>
                      <a:pt x="489019" y="60895"/>
                      <a:pt x="481275" y="71366"/>
                      <a:pt x="479823" y="75071"/>
                    </a:cubicBezTo>
                    <a:cubicBezTo>
                      <a:pt x="481275" y="78777"/>
                      <a:pt x="489019" y="89087"/>
                      <a:pt x="495634" y="97142"/>
                    </a:cubicBezTo>
                    <a:lnTo>
                      <a:pt x="495957" y="97625"/>
                    </a:lnTo>
                    <a:cubicBezTo>
                      <a:pt x="496441" y="98269"/>
                      <a:pt x="498054" y="99719"/>
                      <a:pt x="499345" y="99719"/>
                    </a:cubicBezTo>
                    <a:cubicBezTo>
                      <a:pt x="511929" y="99719"/>
                      <a:pt x="549520" y="99880"/>
                      <a:pt x="549520" y="99880"/>
                    </a:cubicBezTo>
                    <a:cubicBezTo>
                      <a:pt x="552747" y="99880"/>
                      <a:pt x="555489" y="101491"/>
                      <a:pt x="556941" y="104069"/>
                    </a:cubicBezTo>
                    <a:cubicBezTo>
                      <a:pt x="558393" y="106485"/>
                      <a:pt x="558393" y="109868"/>
                      <a:pt x="556941" y="112285"/>
                    </a:cubicBezTo>
                    <a:cubicBezTo>
                      <a:pt x="543550" y="135644"/>
                      <a:pt x="518543" y="150304"/>
                      <a:pt x="491762" y="150304"/>
                    </a:cubicBezTo>
                    <a:cubicBezTo>
                      <a:pt x="459979" y="150304"/>
                      <a:pt x="432875" y="130489"/>
                      <a:pt x="421743" y="102780"/>
                    </a:cubicBezTo>
                    <a:cubicBezTo>
                      <a:pt x="419968" y="103102"/>
                      <a:pt x="418193" y="103263"/>
                      <a:pt x="416257" y="103263"/>
                    </a:cubicBezTo>
                    <a:lnTo>
                      <a:pt x="238143" y="103263"/>
                    </a:lnTo>
                    <a:cubicBezTo>
                      <a:pt x="227011" y="130811"/>
                      <a:pt x="200068" y="150304"/>
                      <a:pt x="168447" y="150304"/>
                    </a:cubicBezTo>
                    <a:cubicBezTo>
                      <a:pt x="141665" y="150304"/>
                      <a:pt x="116658" y="135805"/>
                      <a:pt x="103267" y="112446"/>
                    </a:cubicBezTo>
                    <a:cubicBezTo>
                      <a:pt x="101977" y="110352"/>
                      <a:pt x="101331" y="106969"/>
                      <a:pt x="103106" y="103908"/>
                    </a:cubicBezTo>
                    <a:cubicBezTo>
                      <a:pt x="104558" y="101330"/>
                      <a:pt x="107301" y="99880"/>
                      <a:pt x="110689" y="99880"/>
                    </a:cubicBezTo>
                    <a:cubicBezTo>
                      <a:pt x="110689" y="99880"/>
                      <a:pt x="146505" y="99880"/>
                      <a:pt x="159573" y="99880"/>
                    </a:cubicBezTo>
                    <a:cubicBezTo>
                      <a:pt x="162477" y="99880"/>
                      <a:pt x="163929" y="98108"/>
                      <a:pt x="164091" y="97786"/>
                    </a:cubicBezTo>
                    <a:lnTo>
                      <a:pt x="164252" y="97464"/>
                    </a:lnTo>
                    <a:cubicBezTo>
                      <a:pt x="171189" y="89248"/>
                      <a:pt x="178933" y="78777"/>
                      <a:pt x="180385" y="75232"/>
                    </a:cubicBezTo>
                    <a:cubicBezTo>
                      <a:pt x="178933" y="71527"/>
                      <a:pt x="171189" y="61217"/>
                      <a:pt x="164575" y="53162"/>
                    </a:cubicBezTo>
                    <a:lnTo>
                      <a:pt x="164252" y="52679"/>
                    </a:lnTo>
                    <a:cubicBezTo>
                      <a:pt x="163768" y="52034"/>
                      <a:pt x="162155" y="50423"/>
                      <a:pt x="160864" y="50423"/>
                    </a:cubicBezTo>
                    <a:lnTo>
                      <a:pt x="160541" y="50423"/>
                    </a:lnTo>
                    <a:cubicBezTo>
                      <a:pt x="147796" y="50423"/>
                      <a:pt x="110689" y="50262"/>
                      <a:pt x="110689" y="50262"/>
                    </a:cubicBezTo>
                    <a:cubicBezTo>
                      <a:pt x="107462" y="50262"/>
                      <a:pt x="104719" y="48812"/>
                      <a:pt x="103267" y="46235"/>
                    </a:cubicBezTo>
                    <a:cubicBezTo>
                      <a:pt x="101815" y="43657"/>
                      <a:pt x="101654" y="40435"/>
                      <a:pt x="103267" y="37858"/>
                    </a:cubicBezTo>
                    <a:cubicBezTo>
                      <a:pt x="116497" y="14499"/>
                      <a:pt x="141665" y="0"/>
                      <a:pt x="168447" y="0"/>
                    </a:cubicBezTo>
                    <a:close/>
                  </a:path>
                </a:pathLst>
              </a:custGeom>
              <a:solidFill>
                <a:schemeClr val="tx1">
                  <a:lumMod val="50000"/>
                  <a:lumOff val="50000"/>
                </a:schemeClr>
              </a:solid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i="1">
                  <a:solidFill>
                    <a:schemeClr val="tx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56" name="ï$ḷîḍé"/>
            <p:cNvGrpSpPr/>
            <p:nvPr/>
          </p:nvGrpSpPr>
          <p:grpSpPr>
            <a:xfrm>
              <a:off x="7716863" y="2192058"/>
              <a:ext cx="580786" cy="580786"/>
              <a:chOff x="8026519" y="2192058"/>
              <a:chExt cx="580786" cy="580786"/>
            </a:xfrm>
          </p:grpSpPr>
          <p:sp>
            <p:nvSpPr>
              <p:cNvPr id="57" name="i$1îḓé"/>
              <p:cNvSpPr/>
              <p:nvPr/>
            </p:nvSpPr>
            <p:spPr>
              <a:xfrm>
                <a:off x="8026519" y="2192058"/>
                <a:ext cx="580786" cy="580786"/>
              </a:xfrm>
              <a:prstGeom prst="ellipse">
                <a:avLst/>
              </a:prstGeom>
              <a:noFill/>
              <a:ln w="19050">
                <a:solidFill>
                  <a:schemeClr val="tx1">
                    <a:lumMod val="50000"/>
                    <a:lumOff val="50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i="1">
                  <a:solidFill>
                    <a:schemeClr val="tx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8" name="íṧľíḋe"/>
              <p:cNvSpPr/>
              <p:nvPr/>
            </p:nvSpPr>
            <p:spPr>
              <a:xfrm>
                <a:off x="8162177" y="2327946"/>
                <a:ext cx="309470" cy="309010"/>
              </a:xfrm>
              <a:custGeom>
                <a:avLst/>
                <a:gdLst>
                  <a:gd name="T0" fmla="*/ 2750 w 3602"/>
                  <a:gd name="T1" fmla="*/ 1341 h 3602"/>
                  <a:gd name="T2" fmla="*/ 3461 w 3602"/>
                  <a:gd name="T3" fmla="*/ 629 h 3602"/>
                  <a:gd name="T4" fmla="*/ 3462 w 3602"/>
                  <a:gd name="T5" fmla="*/ 131 h 3602"/>
                  <a:gd name="T6" fmla="*/ 2978 w 3602"/>
                  <a:gd name="T7" fmla="*/ 135 h 3602"/>
                  <a:gd name="T8" fmla="*/ 2261 w 3602"/>
                  <a:gd name="T9" fmla="*/ 853 h 3602"/>
                  <a:gd name="T10" fmla="*/ 451 w 3602"/>
                  <a:gd name="T11" fmla="*/ 147 h 3602"/>
                  <a:gd name="T12" fmla="*/ 79 w 3602"/>
                  <a:gd name="T13" fmla="*/ 276 h 3602"/>
                  <a:gd name="T14" fmla="*/ 123 w 3602"/>
                  <a:gd name="T15" fmla="*/ 667 h 3602"/>
                  <a:gd name="T16" fmla="*/ 1495 w 3602"/>
                  <a:gd name="T17" fmla="*/ 1618 h 3602"/>
                  <a:gd name="T18" fmla="*/ 642 w 3602"/>
                  <a:gd name="T19" fmla="*/ 2472 h 3602"/>
                  <a:gd name="T20" fmla="*/ 196 w 3602"/>
                  <a:gd name="T21" fmla="*/ 2470 h 3602"/>
                  <a:gd name="T22" fmla="*/ 38 w 3602"/>
                  <a:gd name="T23" fmla="*/ 2611 h 3602"/>
                  <a:gd name="T24" fmla="*/ 132 w 3602"/>
                  <a:gd name="T25" fmla="*/ 2776 h 3602"/>
                  <a:gd name="T26" fmla="*/ 342 w 3602"/>
                  <a:gd name="T27" fmla="*/ 2876 h 3602"/>
                  <a:gd name="T28" fmla="*/ 727 w 3602"/>
                  <a:gd name="T29" fmla="*/ 3260 h 3602"/>
                  <a:gd name="T30" fmla="*/ 828 w 3602"/>
                  <a:gd name="T31" fmla="*/ 3474 h 3602"/>
                  <a:gd name="T32" fmla="*/ 973 w 3602"/>
                  <a:gd name="T33" fmla="*/ 3566 h 3602"/>
                  <a:gd name="T34" fmla="*/ 1007 w 3602"/>
                  <a:gd name="T35" fmla="*/ 3562 h 3602"/>
                  <a:gd name="T36" fmla="*/ 1133 w 3602"/>
                  <a:gd name="T37" fmla="*/ 3407 h 3602"/>
                  <a:gd name="T38" fmla="*/ 1135 w 3602"/>
                  <a:gd name="T39" fmla="*/ 2956 h 3602"/>
                  <a:gd name="T40" fmla="*/ 1984 w 3602"/>
                  <a:gd name="T41" fmla="*/ 2107 h 3602"/>
                  <a:gd name="T42" fmla="*/ 2935 w 3602"/>
                  <a:gd name="T43" fmla="*/ 3480 h 3602"/>
                  <a:gd name="T44" fmla="*/ 3327 w 3602"/>
                  <a:gd name="T45" fmla="*/ 3523 h 3602"/>
                  <a:gd name="T46" fmla="*/ 3455 w 3602"/>
                  <a:gd name="T47" fmla="*/ 3151 h 3602"/>
                  <a:gd name="T48" fmla="*/ 2750 w 3602"/>
                  <a:gd name="T49" fmla="*/ 1341 h 3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602" h="3602">
                    <a:moveTo>
                      <a:pt x="2750" y="1341"/>
                    </a:moveTo>
                    <a:lnTo>
                      <a:pt x="3461" y="629"/>
                    </a:lnTo>
                    <a:cubicBezTo>
                      <a:pt x="3598" y="492"/>
                      <a:pt x="3602" y="265"/>
                      <a:pt x="3462" y="131"/>
                    </a:cubicBezTo>
                    <a:cubicBezTo>
                      <a:pt x="3327" y="0"/>
                      <a:pt x="3112" y="2"/>
                      <a:pt x="2978" y="135"/>
                    </a:cubicBezTo>
                    <a:lnTo>
                      <a:pt x="2261" y="853"/>
                    </a:lnTo>
                    <a:lnTo>
                      <a:pt x="451" y="147"/>
                    </a:lnTo>
                    <a:cubicBezTo>
                      <a:pt x="312" y="98"/>
                      <a:pt x="158" y="151"/>
                      <a:pt x="79" y="276"/>
                    </a:cubicBezTo>
                    <a:cubicBezTo>
                      <a:pt x="0" y="400"/>
                      <a:pt x="18" y="563"/>
                      <a:pt x="123" y="667"/>
                    </a:cubicBezTo>
                    <a:lnTo>
                      <a:pt x="1495" y="1618"/>
                    </a:lnTo>
                    <a:lnTo>
                      <a:pt x="642" y="2472"/>
                    </a:lnTo>
                    <a:lnTo>
                      <a:pt x="196" y="2470"/>
                    </a:lnTo>
                    <a:cubicBezTo>
                      <a:pt x="116" y="2470"/>
                      <a:pt x="47" y="2530"/>
                      <a:pt x="38" y="2611"/>
                    </a:cubicBezTo>
                    <a:cubicBezTo>
                      <a:pt x="29" y="2680"/>
                      <a:pt x="69" y="2746"/>
                      <a:pt x="132" y="2776"/>
                    </a:cubicBezTo>
                    <a:lnTo>
                      <a:pt x="342" y="2876"/>
                    </a:lnTo>
                    <a:cubicBezTo>
                      <a:pt x="511" y="2956"/>
                      <a:pt x="647" y="3091"/>
                      <a:pt x="727" y="3260"/>
                    </a:cubicBezTo>
                    <a:lnTo>
                      <a:pt x="828" y="3474"/>
                    </a:lnTo>
                    <a:cubicBezTo>
                      <a:pt x="855" y="3531"/>
                      <a:pt x="912" y="3566"/>
                      <a:pt x="973" y="3566"/>
                    </a:cubicBezTo>
                    <a:cubicBezTo>
                      <a:pt x="984" y="3566"/>
                      <a:pt x="996" y="3564"/>
                      <a:pt x="1007" y="3562"/>
                    </a:cubicBezTo>
                    <a:cubicBezTo>
                      <a:pt x="1080" y="3546"/>
                      <a:pt x="1132" y="3481"/>
                      <a:pt x="1133" y="3407"/>
                    </a:cubicBezTo>
                    <a:lnTo>
                      <a:pt x="1135" y="2956"/>
                    </a:lnTo>
                    <a:lnTo>
                      <a:pt x="1984" y="2107"/>
                    </a:lnTo>
                    <a:lnTo>
                      <a:pt x="2935" y="3480"/>
                    </a:lnTo>
                    <a:cubicBezTo>
                      <a:pt x="3039" y="3584"/>
                      <a:pt x="3202" y="3602"/>
                      <a:pt x="3327" y="3523"/>
                    </a:cubicBezTo>
                    <a:cubicBezTo>
                      <a:pt x="3451" y="3444"/>
                      <a:pt x="3504" y="3290"/>
                      <a:pt x="3455" y="3151"/>
                    </a:cubicBezTo>
                    <a:lnTo>
                      <a:pt x="2750" y="1341"/>
                    </a:lnTo>
                    <a:close/>
                  </a:path>
                </a:pathLst>
              </a:custGeom>
              <a:solidFill>
                <a:schemeClr val="tx1">
                  <a:lumMod val="50000"/>
                  <a:lumOff val="50000"/>
                </a:schemeClr>
              </a:solid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8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i="1">
                  <a:solidFill>
                    <a:schemeClr val="tx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49" name="íś1íḓè"/>
            <p:cNvGrpSpPr/>
            <p:nvPr/>
          </p:nvGrpSpPr>
          <p:grpSpPr>
            <a:xfrm>
              <a:off x="3894350" y="4143614"/>
              <a:ext cx="580786" cy="580786"/>
              <a:chOff x="3584697" y="4143614"/>
              <a:chExt cx="580786" cy="580786"/>
            </a:xfrm>
          </p:grpSpPr>
          <p:sp>
            <p:nvSpPr>
              <p:cNvPr id="53" name="ïśļiḍè"/>
              <p:cNvSpPr/>
              <p:nvPr/>
            </p:nvSpPr>
            <p:spPr>
              <a:xfrm>
                <a:off x="3584697" y="4143614"/>
                <a:ext cx="580786" cy="580786"/>
              </a:xfrm>
              <a:prstGeom prst="ellipse">
                <a:avLst/>
              </a:prstGeom>
              <a:noFill/>
              <a:ln w="19050">
                <a:solidFill>
                  <a:schemeClr val="tx1">
                    <a:lumMod val="50000"/>
                    <a:lumOff val="50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i="1">
                  <a:solidFill>
                    <a:schemeClr val="tx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4" name="íṥḻiḓe"/>
              <p:cNvSpPr/>
              <p:nvPr/>
            </p:nvSpPr>
            <p:spPr>
              <a:xfrm>
                <a:off x="3707098" y="4271601"/>
                <a:ext cx="335984" cy="324812"/>
              </a:xfrm>
              <a:custGeom>
                <a:avLst/>
                <a:gdLst>
                  <a:gd name="connsiteX0" fmla="*/ 134599 w 608468"/>
                  <a:gd name="connsiteY0" fmla="*/ 494593 h 588233"/>
                  <a:gd name="connsiteX1" fmla="*/ 176550 w 608468"/>
                  <a:gd name="connsiteY1" fmla="*/ 502268 h 588233"/>
                  <a:gd name="connsiteX2" fmla="*/ 170557 w 608468"/>
                  <a:gd name="connsiteY2" fmla="*/ 513935 h 588233"/>
                  <a:gd name="connsiteX3" fmla="*/ 435937 w 608468"/>
                  <a:gd name="connsiteY3" fmla="*/ 513935 h 588233"/>
                  <a:gd name="connsiteX4" fmla="*/ 429944 w 608468"/>
                  <a:gd name="connsiteY4" fmla="*/ 502422 h 588233"/>
                  <a:gd name="connsiteX5" fmla="*/ 472048 w 608468"/>
                  <a:gd name="connsiteY5" fmla="*/ 494900 h 588233"/>
                  <a:gd name="connsiteX6" fmla="*/ 504779 w 608468"/>
                  <a:gd name="connsiteY6" fmla="*/ 558452 h 588233"/>
                  <a:gd name="connsiteX7" fmla="*/ 496020 w 608468"/>
                  <a:gd name="connsiteY7" fmla="*/ 585930 h 588233"/>
                  <a:gd name="connsiteX8" fmla="*/ 486646 w 608468"/>
                  <a:gd name="connsiteY8" fmla="*/ 588233 h 588233"/>
                  <a:gd name="connsiteX9" fmla="*/ 468514 w 608468"/>
                  <a:gd name="connsiteY9" fmla="*/ 577180 h 588233"/>
                  <a:gd name="connsiteX10" fmla="*/ 456835 w 608468"/>
                  <a:gd name="connsiteY10" fmla="*/ 554615 h 588233"/>
                  <a:gd name="connsiteX11" fmla="*/ 149658 w 608468"/>
                  <a:gd name="connsiteY11" fmla="*/ 554461 h 588233"/>
                  <a:gd name="connsiteX12" fmla="*/ 137826 w 608468"/>
                  <a:gd name="connsiteY12" fmla="*/ 577180 h 588233"/>
                  <a:gd name="connsiteX13" fmla="*/ 119694 w 608468"/>
                  <a:gd name="connsiteY13" fmla="*/ 588233 h 588233"/>
                  <a:gd name="connsiteX14" fmla="*/ 110320 w 608468"/>
                  <a:gd name="connsiteY14" fmla="*/ 585930 h 588233"/>
                  <a:gd name="connsiteX15" fmla="*/ 101561 w 608468"/>
                  <a:gd name="connsiteY15" fmla="*/ 558452 h 588233"/>
                  <a:gd name="connsiteX16" fmla="*/ 83313 w 608468"/>
                  <a:gd name="connsiteY16" fmla="*/ 461780 h 588233"/>
                  <a:gd name="connsiteX17" fmla="*/ 115895 w 608468"/>
                  <a:gd name="connsiteY17" fmla="*/ 486334 h 588233"/>
                  <a:gd name="connsiteX18" fmla="*/ 35978 w 608468"/>
                  <a:gd name="connsiteY18" fmla="*/ 581020 h 588233"/>
                  <a:gd name="connsiteX19" fmla="*/ 20456 w 608468"/>
                  <a:gd name="connsiteY19" fmla="*/ 588233 h 588233"/>
                  <a:gd name="connsiteX20" fmla="*/ 7239 w 608468"/>
                  <a:gd name="connsiteY20" fmla="*/ 583476 h 588233"/>
                  <a:gd name="connsiteX21" fmla="*/ 4780 w 608468"/>
                  <a:gd name="connsiteY21" fmla="*/ 554625 h 588233"/>
                  <a:gd name="connsiteX22" fmla="*/ 524712 w 608468"/>
                  <a:gd name="connsiteY22" fmla="*/ 461145 h 588233"/>
                  <a:gd name="connsiteX23" fmla="*/ 603689 w 608468"/>
                  <a:gd name="connsiteY23" fmla="*/ 554619 h 588233"/>
                  <a:gd name="connsiteX24" fmla="*/ 601231 w 608468"/>
                  <a:gd name="connsiteY24" fmla="*/ 583475 h 588233"/>
                  <a:gd name="connsiteX25" fmla="*/ 588017 w 608468"/>
                  <a:gd name="connsiteY25" fmla="*/ 588233 h 588233"/>
                  <a:gd name="connsiteX26" fmla="*/ 572344 w 608468"/>
                  <a:gd name="connsiteY26" fmla="*/ 581019 h 588233"/>
                  <a:gd name="connsiteX27" fmla="*/ 492291 w 608468"/>
                  <a:gd name="connsiteY27" fmla="*/ 486010 h 588233"/>
                  <a:gd name="connsiteX28" fmla="*/ 524712 w 608468"/>
                  <a:gd name="connsiteY28" fmla="*/ 461145 h 588233"/>
                  <a:gd name="connsiteX29" fmla="*/ 383066 w 608468"/>
                  <a:gd name="connsiteY29" fmla="*/ 351169 h 588233"/>
                  <a:gd name="connsiteX30" fmla="*/ 354331 w 608468"/>
                  <a:gd name="connsiteY30" fmla="*/ 379857 h 588233"/>
                  <a:gd name="connsiteX31" fmla="*/ 383066 w 608468"/>
                  <a:gd name="connsiteY31" fmla="*/ 408544 h 588233"/>
                  <a:gd name="connsiteX32" fmla="*/ 411800 w 608468"/>
                  <a:gd name="connsiteY32" fmla="*/ 379857 h 588233"/>
                  <a:gd name="connsiteX33" fmla="*/ 383066 w 608468"/>
                  <a:gd name="connsiteY33" fmla="*/ 351169 h 588233"/>
                  <a:gd name="connsiteX34" fmla="*/ 224332 w 608468"/>
                  <a:gd name="connsiteY34" fmla="*/ 351169 h 588233"/>
                  <a:gd name="connsiteX35" fmla="*/ 195597 w 608468"/>
                  <a:gd name="connsiteY35" fmla="*/ 379857 h 588233"/>
                  <a:gd name="connsiteX36" fmla="*/ 224332 w 608468"/>
                  <a:gd name="connsiteY36" fmla="*/ 408544 h 588233"/>
                  <a:gd name="connsiteX37" fmla="*/ 253221 w 608468"/>
                  <a:gd name="connsiteY37" fmla="*/ 379857 h 588233"/>
                  <a:gd name="connsiteX38" fmla="*/ 224332 w 608468"/>
                  <a:gd name="connsiteY38" fmla="*/ 351169 h 588233"/>
                  <a:gd name="connsiteX39" fmla="*/ 155976 w 608468"/>
                  <a:gd name="connsiteY39" fmla="*/ 44315 h 588233"/>
                  <a:gd name="connsiteX40" fmla="*/ 451433 w 608468"/>
                  <a:gd name="connsiteY40" fmla="*/ 44315 h 588233"/>
                  <a:gd name="connsiteX41" fmla="*/ 391358 w 608468"/>
                  <a:gd name="connsiteY41" fmla="*/ 284308 h 588233"/>
                  <a:gd name="connsiteX42" fmla="*/ 216051 w 608468"/>
                  <a:gd name="connsiteY42" fmla="*/ 284308 h 588233"/>
                  <a:gd name="connsiteX43" fmla="*/ 122300 w 608468"/>
                  <a:gd name="connsiteY43" fmla="*/ 43892 h 588233"/>
                  <a:gd name="connsiteX44" fmla="*/ 187453 w 608468"/>
                  <a:gd name="connsiteY44" fmla="*/ 304533 h 588233"/>
                  <a:gd name="connsiteX45" fmla="*/ 203280 w 608468"/>
                  <a:gd name="connsiteY45" fmla="*/ 316959 h 588233"/>
                  <a:gd name="connsiteX46" fmla="*/ 404117 w 608468"/>
                  <a:gd name="connsiteY46" fmla="*/ 316959 h 588233"/>
                  <a:gd name="connsiteX47" fmla="*/ 419945 w 608468"/>
                  <a:gd name="connsiteY47" fmla="*/ 304533 h 588233"/>
                  <a:gd name="connsiteX48" fmla="*/ 485251 w 608468"/>
                  <a:gd name="connsiteY48" fmla="*/ 43892 h 588233"/>
                  <a:gd name="connsiteX49" fmla="*/ 511988 w 608468"/>
                  <a:gd name="connsiteY49" fmla="*/ 109858 h 588233"/>
                  <a:gd name="connsiteX50" fmla="*/ 529199 w 608468"/>
                  <a:gd name="connsiteY50" fmla="*/ 360067 h 588233"/>
                  <a:gd name="connsiteX51" fmla="*/ 426552 w 608468"/>
                  <a:gd name="connsiteY51" fmla="*/ 469754 h 588233"/>
                  <a:gd name="connsiteX52" fmla="*/ 180846 w 608468"/>
                  <a:gd name="connsiteY52" fmla="*/ 469754 h 588233"/>
                  <a:gd name="connsiteX53" fmla="*/ 78199 w 608468"/>
                  <a:gd name="connsiteY53" fmla="*/ 360067 h 588233"/>
                  <a:gd name="connsiteX54" fmla="*/ 95409 w 608468"/>
                  <a:gd name="connsiteY54" fmla="*/ 109858 h 588233"/>
                  <a:gd name="connsiteX55" fmla="*/ 122300 w 608468"/>
                  <a:gd name="connsiteY55" fmla="*/ 43892 h 588233"/>
                  <a:gd name="connsiteX56" fmla="*/ 213279 w 608468"/>
                  <a:gd name="connsiteY56" fmla="*/ 0 h 588233"/>
                  <a:gd name="connsiteX57" fmla="*/ 394132 w 608468"/>
                  <a:gd name="connsiteY57" fmla="*/ 0 h 588233"/>
                  <a:gd name="connsiteX58" fmla="*/ 444377 w 608468"/>
                  <a:gd name="connsiteY58" fmla="*/ 11784 h 588233"/>
                  <a:gd name="connsiteX59" fmla="*/ 163033 w 608468"/>
                  <a:gd name="connsiteY59" fmla="*/ 11784 h 588233"/>
                  <a:gd name="connsiteX60" fmla="*/ 213279 w 608468"/>
                  <a:gd name="connsiteY60" fmla="*/ 0 h 588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608468" h="588233">
                    <a:moveTo>
                      <a:pt x="134599" y="494593"/>
                    </a:moveTo>
                    <a:cubicBezTo>
                      <a:pt x="147814" y="499198"/>
                      <a:pt x="161951" y="501961"/>
                      <a:pt x="176550" y="502268"/>
                    </a:cubicBezTo>
                    <a:lnTo>
                      <a:pt x="170557" y="513935"/>
                    </a:lnTo>
                    <a:lnTo>
                      <a:pt x="435937" y="513935"/>
                    </a:lnTo>
                    <a:lnTo>
                      <a:pt x="429944" y="502422"/>
                    </a:lnTo>
                    <a:cubicBezTo>
                      <a:pt x="444542" y="501961"/>
                      <a:pt x="458679" y="499505"/>
                      <a:pt x="472048" y="494900"/>
                    </a:cubicBezTo>
                    <a:lnTo>
                      <a:pt x="504779" y="558452"/>
                    </a:lnTo>
                    <a:cubicBezTo>
                      <a:pt x="510003" y="568430"/>
                      <a:pt x="506008" y="580711"/>
                      <a:pt x="496020" y="585930"/>
                    </a:cubicBezTo>
                    <a:cubicBezTo>
                      <a:pt x="493100" y="587465"/>
                      <a:pt x="489873" y="588233"/>
                      <a:pt x="486646" y="588233"/>
                    </a:cubicBezTo>
                    <a:cubicBezTo>
                      <a:pt x="479270" y="588233"/>
                      <a:pt x="472202" y="584242"/>
                      <a:pt x="468514" y="577180"/>
                    </a:cubicBezTo>
                    <a:lnTo>
                      <a:pt x="456835" y="554615"/>
                    </a:lnTo>
                    <a:lnTo>
                      <a:pt x="149658" y="554461"/>
                    </a:lnTo>
                    <a:lnTo>
                      <a:pt x="137826" y="577180"/>
                    </a:lnTo>
                    <a:cubicBezTo>
                      <a:pt x="134292" y="584242"/>
                      <a:pt x="127069" y="588233"/>
                      <a:pt x="119694" y="588233"/>
                    </a:cubicBezTo>
                    <a:cubicBezTo>
                      <a:pt x="116620" y="588233"/>
                      <a:pt x="113393" y="587465"/>
                      <a:pt x="110320" y="585930"/>
                    </a:cubicBezTo>
                    <a:cubicBezTo>
                      <a:pt x="100332" y="580711"/>
                      <a:pt x="96490" y="568430"/>
                      <a:pt x="101561" y="558452"/>
                    </a:cubicBezTo>
                    <a:close/>
                    <a:moveTo>
                      <a:pt x="83313" y="461780"/>
                    </a:moveTo>
                    <a:cubicBezTo>
                      <a:pt x="92996" y="471755"/>
                      <a:pt x="103908" y="479889"/>
                      <a:pt x="115895" y="486334"/>
                    </a:cubicBezTo>
                    <a:lnTo>
                      <a:pt x="35978" y="581020"/>
                    </a:lnTo>
                    <a:cubicBezTo>
                      <a:pt x="31982" y="585778"/>
                      <a:pt x="26296" y="588233"/>
                      <a:pt x="20456" y="588233"/>
                    </a:cubicBezTo>
                    <a:cubicBezTo>
                      <a:pt x="15845" y="588233"/>
                      <a:pt x="11081" y="586698"/>
                      <a:pt x="7239" y="583476"/>
                    </a:cubicBezTo>
                    <a:cubicBezTo>
                      <a:pt x="-1367" y="576109"/>
                      <a:pt x="-2443" y="563372"/>
                      <a:pt x="4780" y="554625"/>
                    </a:cubicBezTo>
                    <a:close/>
                    <a:moveTo>
                      <a:pt x="524712" y="461145"/>
                    </a:moveTo>
                    <a:lnTo>
                      <a:pt x="603689" y="554619"/>
                    </a:lnTo>
                    <a:cubicBezTo>
                      <a:pt x="610911" y="563368"/>
                      <a:pt x="609836" y="576107"/>
                      <a:pt x="601231" y="583475"/>
                    </a:cubicBezTo>
                    <a:cubicBezTo>
                      <a:pt x="597390" y="586698"/>
                      <a:pt x="592626" y="588233"/>
                      <a:pt x="588017" y="588233"/>
                    </a:cubicBezTo>
                    <a:cubicBezTo>
                      <a:pt x="582178" y="588233"/>
                      <a:pt x="576493" y="585777"/>
                      <a:pt x="572344" y="581019"/>
                    </a:cubicBezTo>
                    <a:lnTo>
                      <a:pt x="492291" y="486010"/>
                    </a:lnTo>
                    <a:cubicBezTo>
                      <a:pt x="504122" y="479564"/>
                      <a:pt x="515185" y="471122"/>
                      <a:pt x="524712" y="461145"/>
                    </a:cubicBezTo>
                    <a:close/>
                    <a:moveTo>
                      <a:pt x="383066" y="351169"/>
                    </a:moveTo>
                    <a:cubicBezTo>
                      <a:pt x="367238" y="351169"/>
                      <a:pt x="354331" y="363902"/>
                      <a:pt x="354331" y="379857"/>
                    </a:cubicBezTo>
                    <a:cubicBezTo>
                      <a:pt x="354331" y="395658"/>
                      <a:pt x="367238" y="408544"/>
                      <a:pt x="383066" y="408544"/>
                    </a:cubicBezTo>
                    <a:cubicBezTo>
                      <a:pt x="398893" y="408544"/>
                      <a:pt x="411800" y="395658"/>
                      <a:pt x="411800" y="379857"/>
                    </a:cubicBezTo>
                    <a:cubicBezTo>
                      <a:pt x="411800" y="363902"/>
                      <a:pt x="398893" y="351169"/>
                      <a:pt x="383066" y="351169"/>
                    </a:cubicBezTo>
                    <a:close/>
                    <a:moveTo>
                      <a:pt x="224332" y="351169"/>
                    </a:moveTo>
                    <a:cubicBezTo>
                      <a:pt x="208505" y="351169"/>
                      <a:pt x="195597" y="363902"/>
                      <a:pt x="195597" y="379857"/>
                    </a:cubicBezTo>
                    <a:cubicBezTo>
                      <a:pt x="195597" y="395658"/>
                      <a:pt x="208505" y="408544"/>
                      <a:pt x="224332" y="408544"/>
                    </a:cubicBezTo>
                    <a:cubicBezTo>
                      <a:pt x="240313" y="408544"/>
                      <a:pt x="253221" y="395658"/>
                      <a:pt x="253221" y="379857"/>
                    </a:cubicBezTo>
                    <a:cubicBezTo>
                      <a:pt x="253221" y="363902"/>
                      <a:pt x="240313" y="351169"/>
                      <a:pt x="224332" y="351169"/>
                    </a:cubicBezTo>
                    <a:close/>
                    <a:moveTo>
                      <a:pt x="155976" y="44315"/>
                    </a:moveTo>
                    <a:lnTo>
                      <a:pt x="451433" y="44315"/>
                    </a:lnTo>
                    <a:lnTo>
                      <a:pt x="391358" y="284308"/>
                    </a:lnTo>
                    <a:lnTo>
                      <a:pt x="216051" y="284308"/>
                    </a:lnTo>
                    <a:close/>
                    <a:moveTo>
                      <a:pt x="122300" y="43892"/>
                    </a:moveTo>
                    <a:lnTo>
                      <a:pt x="187453" y="304533"/>
                    </a:lnTo>
                    <a:cubicBezTo>
                      <a:pt x="189297" y="311897"/>
                      <a:pt x="195905" y="316959"/>
                      <a:pt x="203280" y="316959"/>
                    </a:cubicBezTo>
                    <a:lnTo>
                      <a:pt x="404117" y="316959"/>
                    </a:lnTo>
                    <a:cubicBezTo>
                      <a:pt x="411647" y="316959"/>
                      <a:pt x="418101" y="311897"/>
                      <a:pt x="419945" y="304533"/>
                    </a:cubicBezTo>
                    <a:lnTo>
                      <a:pt x="485251" y="43892"/>
                    </a:lnTo>
                    <a:cubicBezTo>
                      <a:pt x="500464" y="62301"/>
                      <a:pt x="510298" y="85159"/>
                      <a:pt x="511988" y="109858"/>
                    </a:cubicBezTo>
                    <a:lnTo>
                      <a:pt x="529199" y="360067"/>
                    </a:lnTo>
                    <a:cubicBezTo>
                      <a:pt x="533501" y="420356"/>
                      <a:pt x="487249" y="469754"/>
                      <a:pt x="426552" y="469754"/>
                    </a:cubicBezTo>
                    <a:lnTo>
                      <a:pt x="180846" y="469754"/>
                    </a:lnTo>
                    <a:cubicBezTo>
                      <a:pt x="120149" y="469754"/>
                      <a:pt x="74050" y="420356"/>
                      <a:pt x="78199" y="360067"/>
                    </a:cubicBezTo>
                    <a:lnTo>
                      <a:pt x="95409" y="109858"/>
                    </a:lnTo>
                    <a:cubicBezTo>
                      <a:pt x="97100" y="85159"/>
                      <a:pt x="106934" y="62301"/>
                      <a:pt x="122300" y="43892"/>
                    </a:cubicBezTo>
                    <a:close/>
                    <a:moveTo>
                      <a:pt x="213279" y="0"/>
                    </a:moveTo>
                    <a:lnTo>
                      <a:pt x="394132" y="0"/>
                    </a:lnTo>
                    <a:cubicBezTo>
                      <a:pt x="411956" y="0"/>
                      <a:pt x="429012" y="4285"/>
                      <a:pt x="444377" y="11784"/>
                    </a:cubicBezTo>
                    <a:lnTo>
                      <a:pt x="163033" y="11784"/>
                    </a:lnTo>
                    <a:cubicBezTo>
                      <a:pt x="178552" y="4285"/>
                      <a:pt x="195608" y="0"/>
                      <a:pt x="213279" y="0"/>
                    </a:cubicBezTo>
                    <a:close/>
                  </a:path>
                </a:pathLst>
              </a:custGeom>
              <a:solidFill>
                <a:schemeClr val="tx1">
                  <a:lumMod val="50000"/>
                  <a:lumOff val="50000"/>
                </a:schemeClr>
              </a:solid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i="1">
                  <a:solidFill>
                    <a:schemeClr val="tx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43" name="îṡľîḍè"/>
            <p:cNvGrpSpPr/>
            <p:nvPr/>
          </p:nvGrpSpPr>
          <p:grpSpPr>
            <a:xfrm>
              <a:off x="7716863" y="4143614"/>
              <a:ext cx="580786" cy="580786"/>
              <a:chOff x="8026519" y="4143614"/>
              <a:chExt cx="580786" cy="580786"/>
            </a:xfrm>
          </p:grpSpPr>
          <p:sp>
            <p:nvSpPr>
              <p:cNvPr id="47" name="îs1íḋé"/>
              <p:cNvSpPr/>
              <p:nvPr/>
            </p:nvSpPr>
            <p:spPr>
              <a:xfrm>
                <a:off x="8026519" y="4143614"/>
                <a:ext cx="580786" cy="580786"/>
              </a:xfrm>
              <a:prstGeom prst="ellipse">
                <a:avLst/>
              </a:prstGeom>
              <a:noFill/>
              <a:ln w="19050">
                <a:solidFill>
                  <a:schemeClr val="tx1">
                    <a:lumMod val="50000"/>
                    <a:lumOff val="50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i="1">
                  <a:solidFill>
                    <a:schemeClr val="tx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8" name="ísľiḍè"/>
              <p:cNvSpPr/>
              <p:nvPr/>
            </p:nvSpPr>
            <p:spPr>
              <a:xfrm>
                <a:off x="8153211" y="4258726"/>
                <a:ext cx="327402" cy="350562"/>
              </a:xfrm>
              <a:custGeom>
                <a:avLst/>
                <a:gdLst>
                  <a:gd name="connsiteX0" fmla="*/ 222607 w 566676"/>
                  <a:gd name="connsiteY0" fmla="*/ 586292 h 606761"/>
                  <a:gd name="connsiteX1" fmla="*/ 364660 w 566676"/>
                  <a:gd name="connsiteY1" fmla="*/ 586292 h 606761"/>
                  <a:gd name="connsiteX2" fmla="*/ 374535 w 566676"/>
                  <a:gd name="connsiteY2" fmla="*/ 596906 h 606761"/>
                  <a:gd name="connsiteX3" fmla="*/ 364660 w 566676"/>
                  <a:gd name="connsiteY3" fmla="*/ 606761 h 606761"/>
                  <a:gd name="connsiteX4" fmla="*/ 222607 w 566676"/>
                  <a:gd name="connsiteY4" fmla="*/ 606761 h 606761"/>
                  <a:gd name="connsiteX5" fmla="*/ 212732 w 566676"/>
                  <a:gd name="connsiteY5" fmla="*/ 596906 h 606761"/>
                  <a:gd name="connsiteX6" fmla="*/ 222607 w 566676"/>
                  <a:gd name="connsiteY6" fmla="*/ 586292 h 606761"/>
                  <a:gd name="connsiteX7" fmla="*/ 151968 w 566676"/>
                  <a:gd name="connsiteY7" fmla="*/ 546085 h 606761"/>
                  <a:gd name="connsiteX8" fmla="*/ 445168 w 566676"/>
                  <a:gd name="connsiteY8" fmla="*/ 546085 h 606761"/>
                  <a:gd name="connsiteX9" fmla="*/ 455802 w 566676"/>
                  <a:gd name="connsiteY9" fmla="*/ 555940 h 606761"/>
                  <a:gd name="connsiteX10" fmla="*/ 445168 w 566676"/>
                  <a:gd name="connsiteY10" fmla="*/ 566554 h 606761"/>
                  <a:gd name="connsiteX11" fmla="*/ 151968 w 566676"/>
                  <a:gd name="connsiteY11" fmla="*/ 566554 h 606761"/>
                  <a:gd name="connsiteX12" fmla="*/ 141334 w 566676"/>
                  <a:gd name="connsiteY12" fmla="*/ 555940 h 606761"/>
                  <a:gd name="connsiteX13" fmla="*/ 151968 w 566676"/>
                  <a:gd name="connsiteY13" fmla="*/ 546085 h 606761"/>
                  <a:gd name="connsiteX14" fmla="*/ 243078 w 566676"/>
                  <a:gd name="connsiteY14" fmla="*/ 364063 h 606761"/>
                  <a:gd name="connsiteX15" fmla="*/ 221049 w 566676"/>
                  <a:gd name="connsiteY15" fmla="*/ 383025 h 606761"/>
                  <a:gd name="connsiteX16" fmla="*/ 203578 w 566676"/>
                  <a:gd name="connsiteY16" fmla="*/ 505896 h 606761"/>
                  <a:gd name="connsiteX17" fmla="*/ 224088 w 566676"/>
                  <a:gd name="connsiteY17" fmla="*/ 505896 h 606761"/>
                  <a:gd name="connsiteX18" fmla="*/ 241559 w 566676"/>
                  <a:gd name="connsiteY18" fmla="*/ 386059 h 606761"/>
                  <a:gd name="connsiteX19" fmla="*/ 243078 w 566676"/>
                  <a:gd name="connsiteY19" fmla="*/ 384542 h 606761"/>
                  <a:gd name="connsiteX20" fmla="*/ 344108 w 566676"/>
                  <a:gd name="connsiteY20" fmla="*/ 384542 h 606761"/>
                  <a:gd name="connsiteX21" fmla="*/ 345627 w 566676"/>
                  <a:gd name="connsiteY21" fmla="*/ 386059 h 606761"/>
                  <a:gd name="connsiteX22" fmla="*/ 363098 w 566676"/>
                  <a:gd name="connsiteY22" fmla="*/ 505896 h 606761"/>
                  <a:gd name="connsiteX23" fmla="*/ 383608 w 566676"/>
                  <a:gd name="connsiteY23" fmla="*/ 505896 h 606761"/>
                  <a:gd name="connsiteX24" fmla="*/ 365377 w 566676"/>
                  <a:gd name="connsiteY24" fmla="*/ 383025 h 606761"/>
                  <a:gd name="connsiteX25" fmla="*/ 344108 w 566676"/>
                  <a:gd name="connsiteY25" fmla="*/ 364063 h 606761"/>
                  <a:gd name="connsiteX26" fmla="*/ 293213 w 566676"/>
                  <a:gd name="connsiteY26" fmla="*/ 262429 h 606761"/>
                  <a:gd name="connsiteX27" fmla="*/ 97231 w 566676"/>
                  <a:gd name="connsiteY27" fmla="*/ 334483 h 606761"/>
                  <a:gd name="connsiteX28" fmla="*/ 91154 w 566676"/>
                  <a:gd name="connsiteY28" fmla="*/ 347377 h 606761"/>
                  <a:gd name="connsiteX29" fmla="*/ 101029 w 566676"/>
                  <a:gd name="connsiteY29" fmla="*/ 354203 h 606761"/>
                  <a:gd name="connsiteX30" fmla="*/ 104827 w 566676"/>
                  <a:gd name="connsiteY30" fmla="*/ 353445 h 606761"/>
                  <a:gd name="connsiteX31" fmla="*/ 293213 w 566676"/>
                  <a:gd name="connsiteY31" fmla="*/ 283666 h 606761"/>
                  <a:gd name="connsiteX32" fmla="*/ 472483 w 566676"/>
                  <a:gd name="connsiteY32" fmla="*/ 353445 h 606761"/>
                  <a:gd name="connsiteX33" fmla="*/ 485397 w 566676"/>
                  <a:gd name="connsiteY33" fmla="*/ 347377 h 606761"/>
                  <a:gd name="connsiteX34" fmla="*/ 479320 w 566676"/>
                  <a:gd name="connsiteY34" fmla="*/ 334483 h 606761"/>
                  <a:gd name="connsiteX35" fmla="*/ 404877 w 566676"/>
                  <a:gd name="connsiteY35" fmla="*/ 172172 h 606761"/>
                  <a:gd name="connsiteX36" fmla="*/ 395002 w 566676"/>
                  <a:gd name="connsiteY36" fmla="*/ 182032 h 606761"/>
                  <a:gd name="connsiteX37" fmla="*/ 404877 w 566676"/>
                  <a:gd name="connsiteY37" fmla="*/ 191892 h 606761"/>
                  <a:gd name="connsiteX38" fmla="*/ 425387 w 566676"/>
                  <a:gd name="connsiteY38" fmla="*/ 191892 h 606761"/>
                  <a:gd name="connsiteX39" fmla="*/ 435262 w 566676"/>
                  <a:gd name="connsiteY39" fmla="*/ 182032 h 606761"/>
                  <a:gd name="connsiteX40" fmla="*/ 425387 w 566676"/>
                  <a:gd name="connsiteY40" fmla="*/ 172172 h 606761"/>
                  <a:gd name="connsiteX41" fmla="*/ 353983 w 566676"/>
                  <a:gd name="connsiteY41" fmla="*/ 172172 h 606761"/>
                  <a:gd name="connsiteX42" fmla="*/ 344108 w 566676"/>
                  <a:gd name="connsiteY42" fmla="*/ 182032 h 606761"/>
                  <a:gd name="connsiteX43" fmla="*/ 353983 w 566676"/>
                  <a:gd name="connsiteY43" fmla="*/ 191892 h 606761"/>
                  <a:gd name="connsiteX44" fmla="*/ 374492 w 566676"/>
                  <a:gd name="connsiteY44" fmla="*/ 191892 h 606761"/>
                  <a:gd name="connsiteX45" fmla="*/ 384367 w 566676"/>
                  <a:gd name="connsiteY45" fmla="*/ 182032 h 606761"/>
                  <a:gd name="connsiteX46" fmla="*/ 374492 w 566676"/>
                  <a:gd name="connsiteY46" fmla="*/ 172172 h 606761"/>
                  <a:gd name="connsiteX47" fmla="*/ 303848 w 566676"/>
                  <a:gd name="connsiteY47" fmla="*/ 172172 h 606761"/>
                  <a:gd name="connsiteX48" fmla="*/ 293213 w 566676"/>
                  <a:gd name="connsiteY48" fmla="*/ 182032 h 606761"/>
                  <a:gd name="connsiteX49" fmla="*/ 303848 w 566676"/>
                  <a:gd name="connsiteY49" fmla="*/ 191892 h 606761"/>
                  <a:gd name="connsiteX50" fmla="*/ 323598 w 566676"/>
                  <a:gd name="connsiteY50" fmla="*/ 191892 h 606761"/>
                  <a:gd name="connsiteX51" fmla="*/ 334232 w 566676"/>
                  <a:gd name="connsiteY51" fmla="*/ 182032 h 606761"/>
                  <a:gd name="connsiteX52" fmla="*/ 323598 w 566676"/>
                  <a:gd name="connsiteY52" fmla="*/ 172172 h 606761"/>
                  <a:gd name="connsiteX53" fmla="*/ 252953 w 566676"/>
                  <a:gd name="connsiteY53" fmla="*/ 172172 h 606761"/>
                  <a:gd name="connsiteX54" fmla="*/ 243078 w 566676"/>
                  <a:gd name="connsiteY54" fmla="*/ 182032 h 606761"/>
                  <a:gd name="connsiteX55" fmla="*/ 252953 w 566676"/>
                  <a:gd name="connsiteY55" fmla="*/ 191892 h 606761"/>
                  <a:gd name="connsiteX56" fmla="*/ 273463 w 566676"/>
                  <a:gd name="connsiteY56" fmla="*/ 191892 h 606761"/>
                  <a:gd name="connsiteX57" fmla="*/ 283338 w 566676"/>
                  <a:gd name="connsiteY57" fmla="*/ 182032 h 606761"/>
                  <a:gd name="connsiteX58" fmla="*/ 273463 w 566676"/>
                  <a:gd name="connsiteY58" fmla="*/ 172172 h 606761"/>
                  <a:gd name="connsiteX59" fmla="*/ 202059 w 566676"/>
                  <a:gd name="connsiteY59" fmla="*/ 172172 h 606761"/>
                  <a:gd name="connsiteX60" fmla="*/ 192184 w 566676"/>
                  <a:gd name="connsiteY60" fmla="*/ 182032 h 606761"/>
                  <a:gd name="connsiteX61" fmla="*/ 202059 w 566676"/>
                  <a:gd name="connsiteY61" fmla="*/ 191892 h 606761"/>
                  <a:gd name="connsiteX62" fmla="*/ 222568 w 566676"/>
                  <a:gd name="connsiteY62" fmla="*/ 191892 h 606761"/>
                  <a:gd name="connsiteX63" fmla="*/ 232444 w 566676"/>
                  <a:gd name="connsiteY63" fmla="*/ 182032 h 606761"/>
                  <a:gd name="connsiteX64" fmla="*/ 222568 w 566676"/>
                  <a:gd name="connsiteY64" fmla="*/ 172172 h 606761"/>
                  <a:gd name="connsiteX65" fmla="*/ 151924 w 566676"/>
                  <a:gd name="connsiteY65" fmla="*/ 172172 h 606761"/>
                  <a:gd name="connsiteX66" fmla="*/ 141289 w 566676"/>
                  <a:gd name="connsiteY66" fmla="*/ 182032 h 606761"/>
                  <a:gd name="connsiteX67" fmla="*/ 151924 w 566676"/>
                  <a:gd name="connsiteY67" fmla="*/ 191892 h 606761"/>
                  <a:gd name="connsiteX68" fmla="*/ 171674 w 566676"/>
                  <a:gd name="connsiteY68" fmla="*/ 191892 h 606761"/>
                  <a:gd name="connsiteX69" fmla="*/ 182309 w 566676"/>
                  <a:gd name="connsiteY69" fmla="*/ 182032 h 606761"/>
                  <a:gd name="connsiteX70" fmla="*/ 171674 w 566676"/>
                  <a:gd name="connsiteY70" fmla="*/ 172172 h 606761"/>
                  <a:gd name="connsiteX71" fmla="*/ 265107 w 566676"/>
                  <a:gd name="connsiteY71" fmla="*/ 0 h 606761"/>
                  <a:gd name="connsiteX72" fmla="*/ 322079 w 566676"/>
                  <a:gd name="connsiteY72" fmla="*/ 0 h 606761"/>
                  <a:gd name="connsiteX73" fmla="*/ 353983 w 566676"/>
                  <a:gd name="connsiteY73" fmla="*/ 32614 h 606761"/>
                  <a:gd name="connsiteX74" fmla="*/ 353983 w 566676"/>
                  <a:gd name="connsiteY74" fmla="*/ 131214 h 606761"/>
                  <a:gd name="connsiteX75" fmla="*/ 467166 w 566676"/>
                  <a:gd name="connsiteY75" fmla="*/ 131214 h 606761"/>
                  <a:gd name="connsiteX76" fmla="*/ 496031 w 566676"/>
                  <a:gd name="connsiteY76" fmla="*/ 160795 h 606761"/>
                  <a:gd name="connsiteX77" fmla="*/ 496031 w 566676"/>
                  <a:gd name="connsiteY77" fmla="*/ 287458 h 606761"/>
                  <a:gd name="connsiteX78" fmla="*/ 545407 w 566676"/>
                  <a:gd name="connsiteY78" fmla="*/ 306420 h 606761"/>
                  <a:gd name="connsiteX79" fmla="*/ 546926 w 566676"/>
                  <a:gd name="connsiteY79" fmla="*/ 311729 h 606761"/>
                  <a:gd name="connsiteX80" fmla="*/ 459570 w 566676"/>
                  <a:gd name="connsiteY80" fmla="*/ 505896 h 606761"/>
                  <a:gd name="connsiteX81" fmla="*/ 556801 w 566676"/>
                  <a:gd name="connsiteY81" fmla="*/ 505896 h 606761"/>
                  <a:gd name="connsiteX82" fmla="*/ 566676 w 566676"/>
                  <a:gd name="connsiteY82" fmla="*/ 515756 h 606761"/>
                  <a:gd name="connsiteX83" fmla="*/ 556801 w 566676"/>
                  <a:gd name="connsiteY83" fmla="*/ 525616 h 606761"/>
                  <a:gd name="connsiteX84" fmla="*/ 439060 w 566676"/>
                  <a:gd name="connsiteY84" fmla="*/ 525616 h 606761"/>
                  <a:gd name="connsiteX85" fmla="*/ 387406 w 566676"/>
                  <a:gd name="connsiteY85" fmla="*/ 525616 h 606761"/>
                  <a:gd name="connsiteX86" fmla="*/ 366136 w 566676"/>
                  <a:gd name="connsiteY86" fmla="*/ 525616 h 606761"/>
                  <a:gd name="connsiteX87" fmla="*/ 221049 w 566676"/>
                  <a:gd name="connsiteY87" fmla="*/ 525616 h 606761"/>
                  <a:gd name="connsiteX88" fmla="*/ 200540 w 566676"/>
                  <a:gd name="connsiteY88" fmla="*/ 525616 h 606761"/>
                  <a:gd name="connsiteX89" fmla="*/ 147366 w 566676"/>
                  <a:gd name="connsiteY89" fmla="*/ 525616 h 606761"/>
                  <a:gd name="connsiteX90" fmla="*/ 9875 w 566676"/>
                  <a:gd name="connsiteY90" fmla="*/ 525616 h 606761"/>
                  <a:gd name="connsiteX91" fmla="*/ 0 w 566676"/>
                  <a:gd name="connsiteY91" fmla="*/ 515756 h 606761"/>
                  <a:gd name="connsiteX92" fmla="*/ 9875 w 566676"/>
                  <a:gd name="connsiteY92" fmla="*/ 505896 h 606761"/>
                  <a:gd name="connsiteX93" fmla="*/ 127616 w 566676"/>
                  <a:gd name="connsiteY93" fmla="*/ 505896 h 606761"/>
                  <a:gd name="connsiteX94" fmla="*/ 40260 w 566676"/>
                  <a:gd name="connsiteY94" fmla="*/ 311729 h 606761"/>
                  <a:gd name="connsiteX95" fmla="*/ 41019 w 566676"/>
                  <a:gd name="connsiteY95" fmla="*/ 306420 h 606761"/>
                  <a:gd name="connsiteX96" fmla="*/ 91154 w 566676"/>
                  <a:gd name="connsiteY96" fmla="*/ 287458 h 606761"/>
                  <a:gd name="connsiteX97" fmla="*/ 91154 w 566676"/>
                  <a:gd name="connsiteY97" fmla="*/ 160795 h 606761"/>
                  <a:gd name="connsiteX98" fmla="*/ 120020 w 566676"/>
                  <a:gd name="connsiteY98" fmla="*/ 131214 h 606761"/>
                  <a:gd name="connsiteX99" fmla="*/ 232444 w 566676"/>
                  <a:gd name="connsiteY99" fmla="*/ 131214 h 606761"/>
                  <a:gd name="connsiteX100" fmla="*/ 232444 w 566676"/>
                  <a:gd name="connsiteY100" fmla="*/ 32614 h 606761"/>
                  <a:gd name="connsiteX101" fmla="*/ 265107 w 566676"/>
                  <a:gd name="connsiteY101" fmla="*/ 0 h 606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66676" h="606761">
                    <a:moveTo>
                      <a:pt x="222607" y="586292"/>
                    </a:moveTo>
                    <a:lnTo>
                      <a:pt x="364660" y="586292"/>
                    </a:lnTo>
                    <a:cubicBezTo>
                      <a:pt x="369977" y="586292"/>
                      <a:pt x="374535" y="590841"/>
                      <a:pt x="374535" y="596906"/>
                    </a:cubicBezTo>
                    <a:cubicBezTo>
                      <a:pt x="374535" y="602212"/>
                      <a:pt x="369977" y="606761"/>
                      <a:pt x="364660" y="606761"/>
                    </a:cubicBezTo>
                    <a:lnTo>
                      <a:pt x="222607" y="606761"/>
                    </a:lnTo>
                    <a:cubicBezTo>
                      <a:pt x="217290" y="606761"/>
                      <a:pt x="212732" y="602212"/>
                      <a:pt x="212732" y="596906"/>
                    </a:cubicBezTo>
                    <a:cubicBezTo>
                      <a:pt x="212732" y="590841"/>
                      <a:pt x="217290" y="586292"/>
                      <a:pt x="222607" y="586292"/>
                    </a:cubicBezTo>
                    <a:close/>
                    <a:moveTo>
                      <a:pt x="151968" y="546085"/>
                    </a:moveTo>
                    <a:lnTo>
                      <a:pt x="445168" y="546085"/>
                    </a:lnTo>
                    <a:cubicBezTo>
                      <a:pt x="451244" y="546085"/>
                      <a:pt x="455802" y="550634"/>
                      <a:pt x="455802" y="555940"/>
                    </a:cubicBezTo>
                    <a:cubicBezTo>
                      <a:pt x="455802" y="562005"/>
                      <a:pt x="451244" y="566554"/>
                      <a:pt x="445168" y="566554"/>
                    </a:cubicBezTo>
                    <a:lnTo>
                      <a:pt x="151968" y="566554"/>
                    </a:lnTo>
                    <a:cubicBezTo>
                      <a:pt x="145892" y="566554"/>
                      <a:pt x="141334" y="562005"/>
                      <a:pt x="141334" y="555940"/>
                    </a:cubicBezTo>
                    <a:cubicBezTo>
                      <a:pt x="141334" y="550634"/>
                      <a:pt x="145892" y="546085"/>
                      <a:pt x="151968" y="546085"/>
                    </a:cubicBezTo>
                    <a:close/>
                    <a:moveTo>
                      <a:pt x="243078" y="364063"/>
                    </a:moveTo>
                    <a:cubicBezTo>
                      <a:pt x="232444" y="364063"/>
                      <a:pt x="222568" y="372406"/>
                      <a:pt x="221049" y="383025"/>
                    </a:cubicBezTo>
                    <a:lnTo>
                      <a:pt x="203578" y="505896"/>
                    </a:lnTo>
                    <a:lnTo>
                      <a:pt x="224088" y="505896"/>
                    </a:lnTo>
                    <a:lnTo>
                      <a:pt x="241559" y="386059"/>
                    </a:lnTo>
                    <a:cubicBezTo>
                      <a:pt x="241559" y="385300"/>
                      <a:pt x="242319" y="384542"/>
                      <a:pt x="243078" y="384542"/>
                    </a:cubicBezTo>
                    <a:lnTo>
                      <a:pt x="344108" y="384542"/>
                    </a:lnTo>
                    <a:cubicBezTo>
                      <a:pt x="344867" y="384542"/>
                      <a:pt x="345627" y="385300"/>
                      <a:pt x="345627" y="386059"/>
                    </a:cubicBezTo>
                    <a:lnTo>
                      <a:pt x="363098" y="505896"/>
                    </a:lnTo>
                    <a:lnTo>
                      <a:pt x="383608" y="505896"/>
                    </a:lnTo>
                    <a:lnTo>
                      <a:pt x="365377" y="383025"/>
                    </a:lnTo>
                    <a:cubicBezTo>
                      <a:pt x="363858" y="372406"/>
                      <a:pt x="354742" y="364063"/>
                      <a:pt x="344108" y="364063"/>
                    </a:cubicBezTo>
                    <a:close/>
                    <a:moveTo>
                      <a:pt x="293213" y="262429"/>
                    </a:moveTo>
                    <a:lnTo>
                      <a:pt x="97231" y="334483"/>
                    </a:lnTo>
                    <a:cubicBezTo>
                      <a:pt x="91914" y="336000"/>
                      <a:pt x="89635" y="342068"/>
                      <a:pt x="91154" y="347377"/>
                    </a:cubicBezTo>
                    <a:cubicBezTo>
                      <a:pt x="92674" y="351169"/>
                      <a:pt x="97231" y="354203"/>
                      <a:pt x="101029" y="354203"/>
                    </a:cubicBezTo>
                    <a:cubicBezTo>
                      <a:pt x="102549" y="354203"/>
                      <a:pt x="103308" y="353445"/>
                      <a:pt x="104827" y="353445"/>
                    </a:cubicBezTo>
                    <a:lnTo>
                      <a:pt x="293213" y="283666"/>
                    </a:lnTo>
                    <a:lnTo>
                      <a:pt x="472483" y="353445"/>
                    </a:lnTo>
                    <a:cubicBezTo>
                      <a:pt x="477041" y="354961"/>
                      <a:pt x="483118" y="352686"/>
                      <a:pt x="485397" y="347377"/>
                    </a:cubicBezTo>
                    <a:cubicBezTo>
                      <a:pt x="486916" y="342068"/>
                      <a:pt x="484637" y="336758"/>
                      <a:pt x="479320" y="334483"/>
                    </a:cubicBezTo>
                    <a:close/>
                    <a:moveTo>
                      <a:pt x="404877" y="172172"/>
                    </a:moveTo>
                    <a:cubicBezTo>
                      <a:pt x="399560" y="172172"/>
                      <a:pt x="395002" y="176722"/>
                      <a:pt x="395002" y="182032"/>
                    </a:cubicBezTo>
                    <a:cubicBezTo>
                      <a:pt x="395002" y="187341"/>
                      <a:pt x="399560" y="191892"/>
                      <a:pt x="404877" y="191892"/>
                    </a:cubicBezTo>
                    <a:lnTo>
                      <a:pt x="425387" y="191892"/>
                    </a:lnTo>
                    <a:cubicBezTo>
                      <a:pt x="430704" y="191892"/>
                      <a:pt x="435262" y="187341"/>
                      <a:pt x="435262" y="182032"/>
                    </a:cubicBezTo>
                    <a:cubicBezTo>
                      <a:pt x="435262" y="176722"/>
                      <a:pt x="430704" y="172172"/>
                      <a:pt x="425387" y="172172"/>
                    </a:cubicBezTo>
                    <a:close/>
                    <a:moveTo>
                      <a:pt x="353983" y="172172"/>
                    </a:moveTo>
                    <a:cubicBezTo>
                      <a:pt x="348665" y="172172"/>
                      <a:pt x="344108" y="176722"/>
                      <a:pt x="344108" y="182032"/>
                    </a:cubicBezTo>
                    <a:cubicBezTo>
                      <a:pt x="344108" y="187341"/>
                      <a:pt x="348665" y="191892"/>
                      <a:pt x="353983" y="191892"/>
                    </a:cubicBezTo>
                    <a:lnTo>
                      <a:pt x="374492" y="191892"/>
                    </a:lnTo>
                    <a:cubicBezTo>
                      <a:pt x="379810" y="191892"/>
                      <a:pt x="384367" y="187341"/>
                      <a:pt x="384367" y="182032"/>
                    </a:cubicBezTo>
                    <a:cubicBezTo>
                      <a:pt x="384367" y="176722"/>
                      <a:pt x="379810" y="172172"/>
                      <a:pt x="374492" y="172172"/>
                    </a:cubicBezTo>
                    <a:close/>
                    <a:moveTo>
                      <a:pt x="303848" y="172172"/>
                    </a:moveTo>
                    <a:cubicBezTo>
                      <a:pt x="297771" y="172172"/>
                      <a:pt x="293213" y="176722"/>
                      <a:pt x="293213" y="182032"/>
                    </a:cubicBezTo>
                    <a:cubicBezTo>
                      <a:pt x="293213" y="187341"/>
                      <a:pt x="297771" y="191892"/>
                      <a:pt x="303848" y="191892"/>
                    </a:cubicBezTo>
                    <a:lnTo>
                      <a:pt x="323598" y="191892"/>
                    </a:lnTo>
                    <a:cubicBezTo>
                      <a:pt x="329675" y="191892"/>
                      <a:pt x="334232" y="187341"/>
                      <a:pt x="334232" y="182032"/>
                    </a:cubicBezTo>
                    <a:cubicBezTo>
                      <a:pt x="334232" y="176722"/>
                      <a:pt x="329675" y="172172"/>
                      <a:pt x="323598" y="172172"/>
                    </a:cubicBezTo>
                    <a:close/>
                    <a:moveTo>
                      <a:pt x="252953" y="172172"/>
                    </a:moveTo>
                    <a:cubicBezTo>
                      <a:pt x="247636" y="172172"/>
                      <a:pt x="243078" y="176722"/>
                      <a:pt x="243078" y="182032"/>
                    </a:cubicBezTo>
                    <a:cubicBezTo>
                      <a:pt x="243078" y="187341"/>
                      <a:pt x="247636" y="191892"/>
                      <a:pt x="252953" y="191892"/>
                    </a:cubicBezTo>
                    <a:lnTo>
                      <a:pt x="273463" y="191892"/>
                    </a:lnTo>
                    <a:cubicBezTo>
                      <a:pt x="278780" y="191892"/>
                      <a:pt x="283338" y="187341"/>
                      <a:pt x="283338" y="182032"/>
                    </a:cubicBezTo>
                    <a:cubicBezTo>
                      <a:pt x="283338" y="176722"/>
                      <a:pt x="278780" y="172172"/>
                      <a:pt x="273463" y="172172"/>
                    </a:cubicBezTo>
                    <a:close/>
                    <a:moveTo>
                      <a:pt x="202059" y="172172"/>
                    </a:moveTo>
                    <a:cubicBezTo>
                      <a:pt x="196741" y="172172"/>
                      <a:pt x="192184" y="176722"/>
                      <a:pt x="192184" y="182032"/>
                    </a:cubicBezTo>
                    <a:cubicBezTo>
                      <a:pt x="192184" y="187341"/>
                      <a:pt x="196741" y="191892"/>
                      <a:pt x="202059" y="191892"/>
                    </a:cubicBezTo>
                    <a:lnTo>
                      <a:pt x="222568" y="191892"/>
                    </a:lnTo>
                    <a:cubicBezTo>
                      <a:pt x="227886" y="191892"/>
                      <a:pt x="232444" y="187341"/>
                      <a:pt x="232444" y="182032"/>
                    </a:cubicBezTo>
                    <a:cubicBezTo>
                      <a:pt x="232444" y="176722"/>
                      <a:pt x="227886" y="172172"/>
                      <a:pt x="222568" y="172172"/>
                    </a:cubicBezTo>
                    <a:close/>
                    <a:moveTo>
                      <a:pt x="151924" y="172172"/>
                    </a:moveTo>
                    <a:cubicBezTo>
                      <a:pt x="145847" y="172172"/>
                      <a:pt x="141289" y="176722"/>
                      <a:pt x="141289" y="182032"/>
                    </a:cubicBezTo>
                    <a:cubicBezTo>
                      <a:pt x="141289" y="187341"/>
                      <a:pt x="145847" y="191892"/>
                      <a:pt x="151924" y="191892"/>
                    </a:cubicBezTo>
                    <a:lnTo>
                      <a:pt x="171674" y="191892"/>
                    </a:lnTo>
                    <a:cubicBezTo>
                      <a:pt x="177751" y="191892"/>
                      <a:pt x="182309" y="187341"/>
                      <a:pt x="182309" y="182032"/>
                    </a:cubicBezTo>
                    <a:cubicBezTo>
                      <a:pt x="182309" y="176722"/>
                      <a:pt x="177751" y="172172"/>
                      <a:pt x="171674" y="172172"/>
                    </a:cubicBezTo>
                    <a:close/>
                    <a:moveTo>
                      <a:pt x="265107" y="0"/>
                    </a:moveTo>
                    <a:lnTo>
                      <a:pt x="322079" y="0"/>
                    </a:lnTo>
                    <a:cubicBezTo>
                      <a:pt x="339550" y="0"/>
                      <a:pt x="353983" y="14411"/>
                      <a:pt x="353983" y="32614"/>
                    </a:cubicBezTo>
                    <a:lnTo>
                      <a:pt x="353983" y="131214"/>
                    </a:lnTo>
                    <a:lnTo>
                      <a:pt x="467166" y="131214"/>
                    </a:lnTo>
                    <a:cubicBezTo>
                      <a:pt x="483118" y="131214"/>
                      <a:pt x="496031" y="144867"/>
                      <a:pt x="496031" y="160795"/>
                    </a:cubicBezTo>
                    <a:lnTo>
                      <a:pt x="496031" y="287458"/>
                    </a:lnTo>
                    <a:lnTo>
                      <a:pt x="545407" y="306420"/>
                    </a:lnTo>
                    <a:lnTo>
                      <a:pt x="546926" y="311729"/>
                    </a:lnTo>
                    <a:cubicBezTo>
                      <a:pt x="546926" y="315521"/>
                      <a:pt x="559080" y="399711"/>
                      <a:pt x="459570" y="505896"/>
                    </a:cubicBezTo>
                    <a:lnTo>
                      <a:pt x="556801" y="505896"/>
                    </a:lnTo>
                    <a:cubicBezTo>
                      <a:pt x="562118" y="505896"/>
                      <a:pt x="566676" y="510447"/>
                      <a:pt x="566676" y="515756"/>
                    </a:cubicBezTo>
                    <a:cubicBezTo>
                      <a:pt x="566676" y="521065"/>
                      <a:pt x="562118" y="525616"/>
                      <a:pt x="556801" y="525616"/>
                    </a:cubicBezTo>
                    <a:lnTo>
                      <a:pt x="439060" y="525616"/>
                    </a:lnTo>
                    <a:lnTo>
                      <a:pt x="387406" y="525616"/>
                    </a:lnTo>
                    <a:lnTo>
                      <a:pt x="366136" y="525616"/>
                    </a:lnTo>
                    <a:lnTo>
                      <a:pt x="221049" y="525616"/>
                    </a:lnTo>
                    <a:lnTo>
                      <a:pt x="200540" y="525616"/>
                    </a:lnTo>
                    <a:lnTo>
                      <a:pt x="147366" y="525616"/>
                    </a:lnTo>
                    <a:lnTo>
                      <a:pt x="9875" y="525616"/>
                    </a:lnTo>
                    <a:cubicBezTo>
                      <a:pt x="4558" y="525616"/>
                      <a:pt x="0" y="521065"/>
                      <a:pt x="0" y="515756"/>
                    </a:cubicBezTo>
                    <a:cubicBezTo>
                      <a:pt x="0" y="510447"/>
                      <a:pt x="4558" y="505896"/>
                      <a:pt x="9875" y="505896"/>
                    </a:cubicBezTo>
                    <a:lnTo>
                      <a:pt x="127616" y="505896"/>
                    </a:lnTo>
                    <a:cubicBezTo>
                      <a:pt x="28106" y="399711"/>
                      <a:pt x="39500" y="315521"/>
                      <a:pt x="40260" y="311729"/>
                    </a:cubicBezTo>
                    <a:lnTo>
                      <a:pt x="41019" y="306420"/>
                    </a:lnTo>
                    <a:lnTo>
                      <a:pt x="91154" y="287458"/>
                    </a:lnTo>
                    <a:lnTo>
                      <a:pt x="91154" y="160795"/>
                    </a:lnTo>
                    <a:cubicBezTo>
                      <a:pt x="91154" y="144867"/>
                      <a:pt x="104068" y="131214"/>
                      <a:pt x="120020" y="131214"/>
                    </a:cubicBezTo>
                    <a:lnTo>
                      <a:pt x="232444" y="131214"/>
                    </a:lnTo>
                    <a:lnTo>
                      <a:pt x="232444" y="32614"/>
                    </a:lnTo>
                    <a:cubicBezTo>
                      <a:pt x="232444" y="14411"/>
                      <a:pt x="246876" y="0"/>
                      <a:pt x="265107" y="0"/>
                    </a:cubicBezTo>
                    <a:close/>
                  </a:path>
                </a:pathLst>
              </a:custGeom>
              <a:solidFill>
                <a:schemeClr val="tx1">
                  <a:lumMod val="50000"/>
                  <a:lumOff val="50000"/>
                </a:schemeClr>
              </a:solid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i="1">
                  <a:solidFill>
                    <a:schemeClr val="tx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cxnSp>
          <p:nvCxnSpPr>
            <p:cNvPr id="11" name="直接连接符 10"/>
            <p:cNvCxnSpPr>
              <a:stCxn id="63" idx="6"/>
              <a:endCxn id="57" idx="2"/>
            </p:cNvCxnSpPr>
            <p:nvPr/>
          </p:nvCxnSpPr>
          <p:spPr>
            <a:xfrm>
              <a:off x="4475136" y="2482451"/>
              <a:ext cx="3241727"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2" name="直接连接符 11"/>
            <p:cNvCxnSpPr>
              <a:stCxn id="53" idx="6"/>
              <a:endCxn id="47" idx="2"/>
            </p:cNvCxnSpPr>
            <p:nvPr/>
          </p:nvCxnSpPr>
          <p:spPr>
            <a:xfrm>
              <a:off x="4475136" y="4434007"/>
              <a:ext cx="3241727"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3" name="îṡļiḋê"/>
            <p:cNvGrpSpPr/>
            <p:nvPr/>
          </p:nvGrpSpPr>
          <p:grpSpPr>
            <a:xfrm>
              <a:off x="4724400" y="2266879"/>
              <a:ext cx="2743200" cy="2743342"/>
              <a:chOff x="4724400" y="2266879"/>
              <a:chExt cx="2743200" cy="2743342"/>
            </a:xfrm>
          </p:grpSpPr>
          <p:sp>
            <p:nvSpPr>
              <p:cNvPr id="14" name="íṣļîḋê"/>
              <p:cNvSpPr/>
              <p:nvPr/>
            </p:nvSpPr>
            <p:spPr>
              <a:xfrm>
                <a:off x="4724400" y="2266879"/>
                <a:ext cx="2743200" cy="2743342"/>
              </a:xfrm>
              <a:prstGeom prst="ellipse">
                <a:avLst/>
              </a:prstGeom>
              <a:solidFill>
                <a:schemeClr val="bg1"/>
              </a:solidFill>
              <a:ln w="12700" cap="flat">
                <a:solidFill>
                  <a:schemeClr val="bg1">
                    <a:lumMod val="85000"/>
                  </a:schemeClr>
                </a:solidFill>
                <a:prstDash val="solid"/>
                <a:miter lim="400000"/>
              </a:ln>
              <a:effectLst/>
            </p:spPr>
            <p:txBody>
              <a:bodyPr wrap="square" lIns="91440" tIns="45720" rIns="91440" bIns="45720" anchor="ctr">
                <a:normAutofit/>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15" name="îṩļiḓê"/>
              <p:cNvGrpSpPr/>
              <p:nvPr/>
            </p:nvGrpSpPr>
            <p:grpSpPr>
              <a:xfrm>
                <a:off x="4853165" y="2393144"/>
                <a:ext cx="2485670" cy="2490813"/>
                <a:chOff x="4853165" y="2393143"/>
                <a:chExt cx="2485670" cy="2490813"/>
              </a:xfrm>
            </p:grpSpPr>
            <p:sp>
              <p:nvSpPr>
                <p:cNvPr id="16" name="ísļíḍè"/>
                <p:cNvSpPr/>
                <p:nvPr/>
              </p:nvSpPr>
              <p:spPr>
                <a:xfrm>
                  <a:off x="4853165" y="2398156"/>
                  <a:ext cx="2485670" cy="2485800"/>
                </a:xfrm>
                <a:prstGeom prst="ellipse">
                  <a:avLst/>
                </a:prstGeom>
                <a:solidFill>
                  <a:schemeClr val="bg1">
                    <a:lumMod val="95000"/>
                    <a:alpha val="40000"/>
                  </a:schemeClr>
                </a:solidFill>
                <a:ln w="12700" cap="flat">
                  <a:noFill/>
                  <a:prstDash val="solid"/>
                  <a:miter lim="400000"/>
                </a:ln>
                <a:effectLst/>
              </p:spPr>
              <p:txBody>
                <a:bodyPr wrap="square" lIns="91440" tIns="45720" rIns="91440" bIns="45720" anchor="ctr">
                  <a:normAutofit/>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 name="íslíḑé"/>
                <p:cNvSpPr/>
                <p:nvPr/>
              </p:nvSpPr>
              <p:spPr>
                <a:xfrm>
                  <a:off x="5141603" y="2393143"/>
                  <a:ext cx="846358" cy="513895"/>
                </a:xfrm>
                <a:custGeom>
                  <a:avLst/>
                  <a:gdLst/>
                  <a:ahLst/>
                  <a:cxnLst>
                    <a:cxn ang="0">
                      <a:pos x="wd2" y="hd2"/>
                    </a:cxn>
                    <a:cxn ang="5400000">
                      <a:pos x="wd2" y="hd2"/>
                    </a:cxn>
                    <a:cxn ang="10800000">
                      <a:pos x="wd2" y="hd2"/>
                    </a:cxn>
                    <a:cxn ang="16200000">
                      <a:pos x="wd2" y="hd2"/>
                    </a:cxn>
                  </a:cxnLst>
                  <a:rect l="0" t="0" r="r" b="b"/>
                  <a:pathLst>
                    <a:path w="21600" h="21600" extrusionOk="0">
                      <a:moveTo>
                        <a:pt x="0" y="19197"/>
                      </a:moveTo>
                      <a:lnTo>
                        <a:pt x="279" y="19602"/>
                      </a:lnTo>
                      <a:lnTo>
                        <a:pt x="761" y="19842"/>
                      </a:lnTo>
                      <a:lnTo>
                        <a:pt x="1034" y="19808"/>
                      </a:lnTo>
                      <a:lnTo>
                        <a:pt x="1143" y="19521"/>
                      </a:lnTo>
                      <a:lnTo>
                        <a:pt x="1306" y="19521"/>
                      </a:lnTo>
                      <a:lnTo>
                        <a:pt x="1339" y="19790"/>
                      </a:lnTo>
                      <a:lnTo>
                        <a:pt x="729" y="20236"/>
                      </a:lnTo>
                      <a:lnTo>
                        <a:pt x="630" y="20605"/>
                      </a:lnTo>
                      <a:lnTo>
                        <a:pt x="548" y="20901"/>
                      </a:lnTo>
                      <a:lnTo>
                        <a:pt x="821" y="21000"/>
                      </a:lnTo>
                      <a:lnTo>
                        <a:pt x="1067" y="20703"/>
                      </a:lnTo>
                      <a:lnTo>
                        <a:pt x="1438" y="20649"/>
                      </a:lnTo>
                      <a:cubicBezTo>
                        <a:pt x="1465" y="20754"/>
                        <a:pt x="1528" y="20822"/>
                        <a:pt x="1597" y="20819"/>
                      </a:cubicBezTo>
                      <a:cubicBezTo>
                        <a:pt x="1723" y="20813"/>
                        <a:pt x="1792" y="20605"/>
                        <a:pt x="1865" y="20432"/>
                      </a:cubicBezTo>
                      <a:cubicBezTo>
                        <a:pt x="1938" y="20257"/>
                        <a:pt x="2033" y="20110"/>
                        <a:pt x="2143" y="20001"/>
                      </a:cubicBezTo>
                      <a:lnTo>
                        <a:pt x="2335" y="19615"/>
                      </a:lnTo>
                      <a:cubicBezTo>
                        <a:pt x="2286" y="19572"/>
                        <a:pt x="2231" y="19554"/>
                        <a:pt x="2176" y="19563"/>
                      </a:cubicBezTo>
                      <a:cubicBezTo>
                        <a:pt x="2095" y="19577"/>
                        <a:pt x="2021" y="19649"/>
                        <a:pt x="1974" y="19760"/>
                      </a:cubicBezTo>
                      <a:lnTo>
                        <a:pt x="1784" y="19921"/>
                      </a:lnTo>
                      <a:cubicBezTo>
                        <a:pt x="1738" y="19809"/>
                        <a:pt x="1732" y="19665"/>
                        <a:pt x="1768" y="19543"/>
                      </a:cubicBezTo>
                      <a:cubicBezTo>
                        <a:pt x="1811" y="19393"/>
                        <a:pt x="1907" y="19313"/>
                        <a:pt x="1981" y="19201"/>
                      </a:cubicBezTo>
                      <a:cubicBezTo>
                        <a:pt x="2054" y="19090"/>
                        <a:pt x="2107" y="18946"/>
                        <a:pt x="2132" y="18787"/>
                      </a:cubicBezTo>
                      <a:cubicBezTo>
                        <a:pt x="2131" y="18693"/>
                        <a:pt x="2142" y="18598"/>
                        <a:pt x="2165" y="18512"/>
                      </a:cubicBezTo>
                      <a:cubicBezTo>
                        <a:pt x="2220" y="18310"/>
                        <a:pt x="2333" y="18167"/>
                        <a:pt x="2466" y="18133"/>
                      </a:cubicBezTo>
                      <a:cubicBezTo>
                        <a:pt x="2536" y="18047"/>
                        <a:pt x="2607" y="17961"/>
                        <a:pt x="2678" y="17875"/>
                      </a:cubicBezTo>
                      <a:cubicBezTo>
                        <a:pt x="2780" y="17751"/>
                        <a:pt x="2882" y="17627"/>
                        <a:pt x="2984" y="17503"/>
                      </a:cubicBezTo>
                      <a:lnTo>
                        <a:pt x="3005" y="16902"/>
                      </a:lnTo>
                      <a:cubicBezTo>
                        <a:pt x="2891" y="17035"/>
                        <a:pt x="2732" y="16966"/>
                        <a:pt x="2672" y="16759"/>
                      </a:cubicBezTo>
                      <a:cubicBezTo>
                        <a:pt x="2475" y="16078"/>
                        <a:pt x="3279" y="15698"/>
                        <a:pt x="3332" y="16447"/>
                      </a:cubicBezTo>
                      <a:lnTo>
                        <a:pt x="3479" y="16655"/>
                      </a:lnTo>
                      <a:lnTo>
                        <a:pt x="3369" y="16925"/>
                      </a:lnTo>
                      <a:lnTo>
                        <a:pt x="3206" y="17113"/>
                      </a:lnTo>
                      <a:lnTo>
                        <a:pt x="3075" y="17740"/>
                      </a:lnTo>
                      <a:lnTo>
                        <a:pt x="3026" y="18089"/>
                      </a:lnTo>
                      <a:lnTo>
                        <a:pt x="3501" y="17890"/>
                      </a:lnTo>
                      <a:lnTo>
                        <a:pt x="3665" y="17522"/>
                      </a:lnTo>
                      <a:lnTo>
                        <a:pt x="3926" y="17522"/>
                      </a:lnTo>
                      <a:lnTo>
                        <a:pt x="4122" y="17549"/>
                      </a:lnTo>
                      <a:lnTo>
                        <a:pt x="4062" y="17890"/>
                      </a:lnTo>
                      <a:lnTo>
                        <a:pt x="3680" y="18151"/>
                      </a:lnTo>
                      <a:lnTo>
                        <a:pt x="3369" y="18565"/>
                      </a:lnTo>
                      <a:lnTo>
                        <a:pt x="3113" y="18851"/>
                      </a:lnTo>
                      <a:lnTo>
                        <a:pt x="2889" y="19076"/>
                      </a:lnTo>
                      <a:lnTo>
                        <a:pt x="2692" y="19463"/>
                      </a:lnTo>
                      <a:lnTo>
                        <a:pt x="2600" y="19804"/>
                      </a:lnTo>
                      <a:lnTo>
                        <a:pt x="2730" y="20467"/>
                      </a:lnTo>
                      <a:lnTo>
                        <a:pt x="2604" y="20629"/>
                      </a:lnTo>
                      <a:lnTo>
                        <a:pt x="2604" y="20986"/>
                      </a:lnTo>
                      <a:lnTo>
                        <a:pt x="2945" y="20877"/>
                      </a:lnTo>
                      <a:lnTo>
                        <a:pt x="2717" y="21335"/>
                      </a:lnTo>
                      <a:lnTo>
                        <a:pt x="2761" y="21600"/>
                      </a:lnTo>
                      <a:lnTo>
                        <a:pt x="3123" y="21332"/>
                      </a:lnTo>
                      <a:lnTo>
                        <a:pt x="3449" y="20768"/>
                      </a:lnTo>
                      <a:lnTo>
                        <a:pt x="3433" y="20391"/>
                      </a:lnTo>
                      <a:lnTo>
                        <a:pt x="3542" y="20068"/>
                      </a:lnTo>
                      <a:lnTo>
                        <a:pt x="3590" y="19745"/>
                      </a:lnTo>
                      <a:lnTo>
                        <a:pt x="3867" y="19378"/>
                      </a:lnTo>
                      <a:lnTo>
                        <a:pt x="3738" y="19127"/>
                      </a:lnTo>
                      <a:lnTo>
                        <a:pt x="3770" y="18750"/>
                      </a:lnTo>
                      <a:lnTo>
                        <a:pt x="3917" y="18588"/>
                      </a:lnTo>
                      <a:lnTo>
                        <a:pt x="4217" y="18408"/>
                      </a:lnTo>
                      <a:cubicBezTo>
                        <a:pt x="4334" y="18303"/>
                        <a:pt x="4447" y="18185"/>
                        <a:pt x="4556" y="18057"/>
                      </a:cubicBezTo>
                      <a:cubicBezTo>
                        <a:pt x="4729" y="17853"/>
                        <a:pt x="4890" y="17621"/>
                        <a:pt x="5037" y="17365"/>
                      </a:cubicBezTo>
                      <a:cubicBezTo>
                        <a:pt x="5070" y="17294"/>
                        <a:pt x="5102" y="17222"/>
                        <a:pt x="5135" y="17150"/>
                      </a:cubicBezTo>
                      <a:cubicBezTo>
                        <a:pt x="5222" y="16957"/>
                        <a:pt x="5307" y="16762"/>
                        <a:pt x="5391" y="16565"/>
                      </a:cubicBezTo>
                      <a:cubicBezTo>
                        <a:pt x="5358" y="16341"/>
                        <a:pt x="5388" y="16103"/>
                        <a:pt x="5473" y="15920"/>
                      </a:cubicBezTo>
                      <a:cubicBezTo>
                        <a:pt x="5525" y="15808"/>
                        <a:pt x="5595" y="15723"/>
                        <a:pt x="5676" y="15674"/>
                      </a:cubicBezTo>
                      <a:lnTo>
                        <a:pt x="5877" y="15549"/>
                      </a:lnTo>
                      <a:lnTo>
                        <a:pt x="5969" y="14964"/>
                      </a:lnTo>
                      <a:lnTo>
                        <a:pt x="6035" y="14622"/>
                      </a:lnTo>
                      <a:lnTo>
                        <a:pt x="6133" y="14307"/>
                      </a:lnTo>
                      <a:lnTo>
                        <a:pt x="6719" y="13396"/>
                      </a:lnTo>
                      <a:lnTo>
                        <a:pt x="7232" y="12680"/>
                      </a:lnTo>
                      <a:lnTo>
                        <a:pt x="7560" y="12357"/>
                      </a:lnTo>
                      <a:cubicBezTo>
                        <a:pt x="7614" y="12268"/>
                        <a:pt x="7665" y="12175"/>
                        <a:pt x="7713" y="12079"/>
                      </a:cubicBezTo>
                      <a:cubicBezTo>
                        <a:pt x="7806" y="11895"/>
                        <a:pt x="7890" y="11699"/>
                        <a:pt x="7964" y="11493"/>
                      </a:cubicBezTo>
                      <a:lnTo>
                        <a:pt x="8046" y="11222"/>
                      </a:lnTo>
                      <a:lnTo>
                        <a:pt x="7786" y="11374"/>
                      </a:lnTo>
                      <a:lnTo>
                        <a:pt x="7333" y="11803"/>
                      </a:lnTo>
                      <a:lnTo>
                        <a:pt x="7131" y="11803"/>
                      </a:lnTo>
                      <a:cubicBezTo>
                        <a:pt x="7075" y="11748"/>
                        <a:pt x="7036" y="11656"/>
                        <a:pt x="7023" y="11551"/>
                      </a:cubicBezTo>
                      <a:cubicBezTo>
                        <a:pt x="6984" y="11244"/>
                        <a:pt x="7147" y="10972"/>
                        <a:pt x="7334" y="11030"/>
                      </a:cubicBezTo>
                      <a:lnTo>
                        <a:pt x="7525" y="10885"/>
                      </a:lnTo>
                      <a:cubicBezTo>
                        <a:pt x="7639" y="10761"/>
                        <a:pt x="7752" y="10635"/>
                        <a:pt x="7863" y="10507"/>
                      </a:cubicBezTo>
                      <a:cubicBezTo>
                        <a:pt x="7938" y="10421"/>
                        <a:pt x="8013" y="10333"/>
                        <a:pt x="8087" y="10245"/>
                      </a:cubicBezTo>
                      <a:lnTo>
                        <a:pt x="8310" y="10003"/>
                      </a:lnTo>
                      <a:lnTo>
                        <a:pt x="8706" y="9491"/>
                      </a:lnTo>
                      <a:cubicBezTo>
                        <a:pt x="8725" y="9459"/>
                        <a:pt x="8745" y="9426"/>
                        <a:pt x="8764" y="9394"/>
                      </a:cubicBezTo>
                      <a:cubicBezTo>
                        <a:pt x="8783" y="9361"/>
                        <a:pt x="8802" y="9327"/>
                        <a:pt x="8820" y="9293"/>
                      </a:cubicBezTo>
                      <a:cubicBezTo>
                        <a:pt x="8883" y="9178"/>
                        <a:pt x="8943" y="9058"/>
                        <a:pt x="9000" y="8934"/>
                      </a:cubicBezTo>
                      <a:lnTo>
                        <a:pt x="9115" y="8311"/>
                      </a:lnTo>
                      <a:lnTo>
                        <a:pt x="8689" y="8594"/>
                      </a:lnTo>
                      <a:cubicBezTo>
                        <a:pt x="8587" y="8694"/>
                        <a:pt x="8477" y="8773"/>
                        <a:pt x="8362" y="8829"/>
                      </a:cubicBezTo>
                      <a:cubicBezTo>
                        <a:pt x="8219" y="8899"/>
                        <a:pt x="8070" y="8932"/>
                        <a:pt x="7920" y="8928"/>
                      </a:cubicBezTo>
                      <a:lnTo>
                        <a:pt x="8653" y="8344"/>
                      </a:lnTo>
                      <a:lnTo>
                        <a:pt x="8790" y="8156"/>
                      </a:lnTo>
                      <a:lnTo>
                        <a:pt x="9362" y="8117"/>
                      </a:lnTo>
                      <a:lnTo>
                        <a:pt x="9536" y="8066"/>
                      </a:lnTo>
                      <a:lnTo>
                        <a:pt x="9858" y="8092"/>
                      </a:lnTo>
                      <a:lnTo>
                        <a:pt x="9776" y="8370"/>
                      </a:lnTo>
                      <a:cubicBezTo>
                        <a:pt x="9695" y="8428"/>
                        <a:pt x="9617" y="8495"/>
                        <a:pt x="9541" y="8568"/>
                      </a:cubicBezTo>
                      <a:cubicBezTo>
                        <a:pt x="9427" y="8680"/>
                        <a:pt x="9319" y="8809"/>
                        <a:pt x="9219" y="8954"/>
                      </a:cubicBezTo>
                      <a:lnTo>
                        <a:pt x="8928" y="9569"/>
                      </a:lnTo>
                      <a:lnTo>
                        <a:pt x="8913" y="9857"/>
                      </a:lnTo>
                      <a:lnTo>
                        <a:pt x="8766" y="10016"/>
                      </a:lnTo>
                      <a:lnTo>
                        <a:pt x="8487" y="10313"/>
                      </a:lnTo>
                      <a:lnTo>
                        <a:pt x="8323" y="10682"/>
                      </a:lnTo>
                      <a:lnTo>
                        <a:pt x="8433" y="10916"/>
                      </a:lnTo>
                      <a:cubicBezTo>
                        <a:pt x="8525" y="10831"/>
                        <a:pt x="8616" y="10741"/>
                        <a:pt x="8706" y="10646"/>
                      </a:cubicBezTo>
                      <a:cubicBezTo>
                        <a:pt x="8787" y="10560"/>
                        <a:pt x="8868" y="10470"/>
                        <a:pt x="8946" y="10376"/>
                      </a:cubicBezTo>
                      <a:lnTo>
                        <a:pt x="9126" y="10268"/>
                      </a:lnTo>
                      <a:lnTo>
                        <a:pt x="9459" y="10214"/>
                      </a:lnTo>
                      <a:lnTo>
                        <a:pt x="9634" y="10061"/>
                      </a:lnTo>
                      <a:lnTo>
                        <a:pt x="9980" y="9670"/>
                      </a:lnTo>
                      <a:lnTo>
                        <a:pt x="9964" y="9328"/>
                      </a:lnTo>
                      <a:lnTo>
                        <a:pt x="10319" y="8905"/>
                      </a:lnTo>
                      <a:lnTo>
                        <a:pt x="10516" y="8716"/>
                      </a:lnTo>
                      <a:lnTo>
                        <a:pt x="10876" y="8401"/>
                      </a:lnTo>
                      <a:lnTo>
                        <a:pt x="10973" y="8697"/>
                      </a:lnTo>
                      <a:lnTo>
                        <a:pt x="10729" y="8912"/>
                      </a:lnTo>
                      <a:lnTo>
                        <a:pt x="10407" y="9155"/>
                      </a:lnTo>
                      <a:lnTo>
                        <a:pt x="10287" y="9415"/>
                      </a:lnTo>
                      <a:lnTo>
                        <a:pt x="10697" y="9541"/>
                      </a:lnTo>
                      <a:lnTo>
                        <a:pt x="10926" y="9379"/>
                      </a:lnTo>
                      <a:lnTo>
                        <a:pt x="11128" y="9199"/>
                      </a:lnTo>
                      <a:lnTo>
                        <a:pt x="11450" y="8668"/>
                      </a:lnTo>
                      <a:lnTo>
                        <a:pt x="11613" y="8353"/>
                      </a:lnTo>
                      <a:lnTo>
                        <a:pt x="11832" y="7930"/>
                      </a:lnTo>
                      <a:lnTo>
                        <a:pt x="12056" y="7583"/>
                      </a:lnTo>
                      <a:lnTo>
                        <a:pt x="12269" y="7395"/>
                      </a:lnTo>
                      <a:lnTo>
                        <a:pt x="12661" y="7101"/>
                      </a:lnTo>
                      <a:lnTo>
                        <a:pt x="13071" y="6859"/>
                      </a:lnTo>
                      <a:lnTo>
                        <a:pt x="13366" y="6535"/>
                      </a:lnTo>
                      <a:cubicBezTo>
                        <a:pt x="13397" y="6455"/>
                        <a:pt x="13431" y="6380"/>
                        <a:pt x="13469" y="6309"/>
                      </a:cubicBezTo>
                      <a:cubicBezTo>
                        <a:pt x="13590" y="6082"/>
                        <a:pt x="13742" y="5905"/>
                        <a:pt x="13912" y="5793"/>
                      </a:cubicBezTo>
                      <a:lnTo>
                        <a:pt x="14289" y="5635"/>
                      </a:lnTo>
                      <a:lnTo>
                        <a:pt x="14562" y="5392"/>
                      </a:lnTo>
                      <a:cubicBezTo>
                        <a:pt x="14638" y="5313"/>
                        <a:pt x="14709" y="5223"/>
                        <a:pt x="14775" y="5121"/>
                      </a:cubicBezTo>
                      <a:cubicBezTo>
                        <a:pt x="14866" y="4980"/>
                        <a:pt x="14945" y="4820"/>
                        <a:pt x="15010" y="4644"/>
                      </a:cubicBezTo>
                      <a:lnTo>
                        <a:pt x="15091" y="4237"/>
                      </a:lnTo>
                      <a:lnTo>
                        <a:pt x="15091" y="3937"/>
                      </a:lnTo>
                      <a:lnTo>
                        <a:pt x="14786" y="3960"/>
                      </a:lnTo>
                      <a:lnTo>
                        <a:pt x="14295" y="3946"/>
                      </a:lnTo>
                      <a:lnTo>
                        <a:pt x="14617" y="3596"/>
                      </a:lnTo>
                      <a:lnTo>
                        <a:pt x="15228" y="3333"/>
                      </a:lnTo>
                      <a:lnTo>
                        <a:pt x="15599" y="3182"/>
                      </a:lnTo>
                      <a:cubicBezTo>
                        <a:pt x="15695" y="3140"/>
                        <a:pt x="15792" y="3104"/>
                        <a:pt x="15889" y="3074"/>
                      </a:cubicBezTo>
                      <a:cubicBezTo>
                        <a:pt x="15969" y="3049"/>
                        <a:pt x="16049" y="3028"/>
                        <a:pt x="16129" y="3011"/>
                      </a:cubicBezTo>
                      <a:lnTo>
                        <a:pt x="15992" y="3494"/>
                      </a:lnTo>
                      <a:lnTo>
                        <a:pt x="15721" y="3736"/>
                      </a:lnTo>
                      <a:lnTo>
                        <a:pt x="15586" y="3913"/>
                      </a:lnTo>
                      <a:lnTo>
                        <a:pt x="15444" y="4210"/>
                      </a:lnTo>
                      <a:lnTo>
                        <a:pt x="15728" y="4523"/>
                      </a:lnTo>
                      <a:lnTo>
                        <a:pt x="16105" y="4118"/>
                      </a:lnTo>
                      <a:lnTo>
                        <a:pt x="16198" y="3803"/>
                      </a:lnTo>
                      <a:lnTo>
                        <a:pt x="16378" y="3480"/>
                      </a:lnTo>
                      <a:lnTo>
                        <a:pt x="16613" y="3561"/>
                      </a:lnTo>
                      <a:lnTo>
                        <a:pt x="16487" y="3831"/>
                      </a:lnTo>
                      <a:lnTo>
                        <a:pt x="16330" y="4233"/>
                      </a:lnTo>
                      <a:lnTo>
                        <a:pt x="16674" y="4277"/>
                      </a:lnTo>
                      <a:lnTo>
                        <a:pt x="16997" y="4169"/>
                      </a:lnTo>
                      <a:cubicBezTo>
                        <a:pt x="17148" y="4174"/>
                        <a:pt x="17299" y="4174"/>
                        <a:pt x="17450" y="4169"/>
                      </a:cubicBezTo>
                      <a:cubicBezTo>
                        <a:pt x="17580" y="4164"/>
                        <a:pt x="17709" y="4155"/>
                        <a:pt x="17838" y="4142"/>
                      </a:cubicBezTo>
                      <a:lnTo>
                        <a:pt x="18314" y="4142"/>
                      </a:lnTo>
                      <a:cubicBezTo>
                        <a:pt x="18432" y="4145"/>
                        <a:pt x="18551" y="4154"/>
                        <a:pt x="18669" y="4169"/>
                      </a:cubicBezTo>
                      <a:cubicBezTo>
                        <a:pt x="18836" y="4190"/>
                        <a:pt x="19001" y="4223"/>
                        <a:pt x="19166" y="4268"/>
                      </a:cubicBezTo>
                      <a:cubicBezTo>
                        <a:pt x="19189" y="4369"/>
                        <a:pt x="19177" y="4482"/>
                        <a:pt x="19133" y="4564"/>
                      </a:cubicBezTo>
                      <a:cubicBezTo>
                        <a:pt x="19048" y="4724"/>
                        <a:pt x="18893" y="4706"/>
                        <a:pt x="18822" y="4528"/>
                      </a:cubicBezTo>
                      <a:lnTo>
                        <a:pt x="18587" y="4528"/>
                      </a:lnTo>
                      <a:lnTo>
                        <a:pt x="18320" y="4555"/>
                      </a:lnTo>
                      <a:lnTo>
                        <a:pt x="17758" y="4492"/>
                      </a:lnTo>
                      <a:lnTo>
                        <a:pt x="17034" y="4484"/>
                      </a:lnTo>
                      <a:lnTo>
                        <a:pt x="16860" y="4619"/>
                      </a:lnTo>
                      <a:cubicBezTo>
                        <a:pt x="16796" y="4609"/>
                        <a:pt x="16732" y="4609"/>
                        <a:pt x="16668" y="4619"/>
                      </a:cubicBezTo>
                      <a:cubicBezTo>
                        <a:pt x="16549" y="4638"/>
                        <a:pt x="16433" y="4692"/>
                        <a:pt x="16325" y="4780"/>
                      </a:cubicBezTo>
                      <a:cubicBezTo>
                        <a:pt x="16237" y="4812"/>
                        <a:pt x="16154" y="4873"/>
                        <a:pt x="16080" y="4959"/>
                      </a:cubicBezTo>
                      <a:cubicBezTo>
                        <a:pt x="16031" y="5015"/>
                        <a:pt x="15987" y="5081"/>
                        <a:pt x="15949" y="5157"/>
                      </a:cubicBezTo>
                      <a:lnTo>
                        <a:pt x="16161" y="5614"/>
                      </a:lnTo>
                      <a:cubicBezTo>
                        <a:pt x="16108" y="5784"/>
                        <a:pt x="16029" y="5928"/>
                        <a:pt x="15932" y="6034"/>
                      </a:cubicBezTo>
                      <a:cubicBezTo>
                        <a:pt x="15816" y="6161"/>
                        <a:pt x="15679" y="6227"/>
                        <a:pt x="15539" y="6223"/>
                      </a:cubicBezTo>
                      <a:cubicBezTo>
                        <a:pt x="15445" y="6250"/>
                        <a:pt x="15352" y="6286"/>
                        <a:pt x="15261" y="6331"/>
                      </a:cubicBezTo>
                      <a:cubicBezTo>
                        <a:pt x="15108" y="6406"/>
                        <a:pt x="14960" y="6506"/>
                        <a:pt x="14819" y="6628"/>
                      </a:cubicBezTo>
                      <a:lnTo>
                        <a:pt x="14640" y="6870"/>
                      </a:lnTo>
                      <a:lnTo>
                        <a:pt x="14460" y="7112"/>
                      </a:lnTo>
                      <a:lnTo>
                        <a:pt x="14208" y="7319"/>
                      </a:lnTo>
                      <a:lnTo>
                        <a:pt x="13756" y="7481"/>
                      </a:lnTo>
                      <a:lnTo>
                        <a:pt x="13820" y="7830"/>
                      </a:lnTo>
                      <a:lnTo>
                        <a:pt x="14034" y="7857"/>
                      </a:lnTo>
                      <a:lnTo>
                        <a:pt x="13941" y="8205"/>
                      </a:lnTo>
                      <a:lnTo>
                        <a:pt x="13717" y="8385"/>
                      </a:lnTo>
                      <a:lnTo>
                        <a:pt x="13445" y="8412"/>
                      </a:lnTo>
                      <a:lnTo>
                        <a:pt x="13364" y="8653"/>
                      </a:lnTo>
                      <a:lnTo>
                        <a:pt x="13268" y="8869"/>
                      </a:lnTo>
                      <a:lnTo>
                        <a:pt x="12811" y="8922"/>
                      </a:lnTo>
                      <a:lnTo>
                        <a:pt x="12570" y="9102"/>
                      </a:lnTo>
                      <a:lnTo>
                        <a:pt x="12195" y="9291"/>
                      </a:lnTo>
                      <a:lnTo>
                        <a:pt x="11921" y="9471"/>
                      </a:lnTo>
                      <a:lnTo>
                        <a:pt x="11676" y="9579"/>
                      </a:lnTo>
                      <a:lnTo>
                        <a:pt x="11311" y="9839"/>
                      </a:lnTo>
                      <a:lnTo>
                        <a:pt x="11099" y="10135"/>
                      </a:lnTo>
                      <a:lnTo>
                        <a:pt x="10817" y="10562"/>
                      </a:lnTo>
                      <a:lnTo>
                        <a:pt x="10632" y="10892"/>
                      </a:lnTo>
                      <a:lnTo>
                        <a:pt x="10446" y="11306"/>
                      </a:lnTo>
                      <a:lnTo>
                        <a:pt x="10108" y="11629"/>
                      </a:lnTo>
                      <a:lnTo>
                        <a:pt x="9862" y="12124"/>
                      </a:lnTo>
                      <a:lnTo>
                        <a:pt x="9670" y="12403"/>
                      </a:lnTo>
                      <a:lnTo>
                        <a:pt x="9414" y="12943"/>
                      </a:lnTo>
                      <a:lnTo>
                        <a:pt x="9217" y="13240"/>
                      </a:lnTo>
                      <a:lnTo>
                        <a:pt x="9151" y="13717"/>
                      </a:lnTo>
                      <a:lnTo>
                        <a:pt x="9244" y="14140"/>
                      </a:lnTo>
                      <a:lnTo>
                        <a:pt x="9097" y="14743"/>
                      </a:lnTo>
                      <a:lnTo>
                        <a:pt x="9299" y="14940"/>
                      </a:lnTo>
                      <a:cubicBezTo>
                        <a:pt x="9407" y="14817"/>
                        <a:pt x="9519" y="14707"/>
                        <a:pt x="9636" y="14608"/>
                      </a:cubicBezTo>
                      <a:cubicBezTo>
                        <a:pt x="9735" y="14524"/>
                        <a:pt x="9837" y="14449"/>
                        <a:pt x="9941" y="14384"/>
                      </a:cubicBezTo>
                      <a:lnTo>
                        <a:pt x="10459" y="13980"/>
                      </a:lnTo>
                      <a:lnTo>
                        <a:pt x="10842" y="13719"/>
                      </a:lnTo>
                      <a:cubicBezTo>
                        <a:pt x="10939" y="13641"/>
                        <a:pt x="11032" y="13551"/>
                        <a:pt x="11121" y="13449"/>
                      </a:cubicBezTo>
                      <a:cubicBezTo>
                        <a:pt x="11244" y="13308"/>
                        <a:pt x="11357" y="13145"/>
                        <a:pt x="11460" y="12963"/>
                      </a:cubicBezTo>
                      <a:lnTo>
                        <a:pt x="11727" y="12531"/>
                      </a:lnTo>
                      <a:lnTo>
                        <a:pt x="11891" y="12477"/>
                      </a:lnTo>
                      <a:lnTo>
                        <a:pt x="12408" y="12477"/>
                      </a:lnTo>
                      <a:lnTo>
                        <a:pt x="12817" y="12612"/>
                      </a:lnTo>
                      <a:cubicBezTo>
                        <a:pt x="12860" y="12543"/>
                        <a:pt x="12908" y="12483"/>
                        <a:pt x="12960" y="12432"/>
                      </a:cubicBezTo>
                      <a:cubicBezTo>
                        <a:pt x="13118" y="12277"/>
                        <a:pt x="13301" y="12222"/>
                        <a:pt x="13479" y="12144"/>
                      </a:cubicBezTo>
                      <a:cubicBezTo>
                        <a:pt x="13641" y="12074"/>
                        <a:pt x="13799" y="11983"/>
                        <a:pt x="13953" y="11874"/>
                      </a:cubicBezTo>
                      <a:lnTo>
                        <a:pt x="14281" y="11793"/>
                      </a:lnTo>
                      <a:cubicBezTo>
                        <a:pt x="14360" y="11825"/>
                        <a:pt x="14440" y="11849"/>
                        <a:pt x="14521" y="11865"/>
                      </a:cubicBezTo>
                      <a:cubicBezTo>
                        <a:pt x="14767" y="11916"/>
                        <a:pt x="15017" y="11898"/>
                        <a:pt x="15259" y="11811"/>
                      </a:cubicBezTo>
                      <a:lnTo>
                        <a:pt x="16161" y="11757"/>
                      </a:lnTo>
                      <a:lnTo>
                        <a:pt x="16531" y="11622"/>
                      </a:lnTo>
                      <a:lnTo>
                        <a:pt x="16723" y="11227"/>
                      </a:lnTo>
                      <a:cubicBezTo>
                        <a:pt x="16800" y="11082"/>
                        <a:pt x="16871" y="10929"/>
                        <a:pt x="16936" y="10768"/>
                      </a:cubicBezTo>
                      <a:cubicBezTo>
                        <a:pt x="17005" y="10598"/>
                        <a:pt x="17067" y="10421"/>
                        <a:pt x="17122" y="10237"/>
                      </a:cubicBezTo>
                      <a:cubicBezTo>
                        <a:pt x="17212" y="10207"/>
                        <a:pt x="17300" y="10162"/>
                        <a:pt x="17384" y="10102"/>
                      </a:cubicBezTo>
                      <a:cubicBezTo>
                        <a:pt x="17505" y="10017"/>
                        <a:pt x="17617" y="9902"/>
                        <a:pt x="17717" y="9761"/>
                      </a:cubicBezTo>
                      <a:lnTo>
                        <a:pt x="17947" y="9761"/>
                      </a:lnTo>
                      <a:cubicBezTo>
                        <a:pt x="18045" y="9773"/>
                        <a:pt x="18142" y="9725"/>
                        <a:pt x="18220" y="9626"/>
                      </a:cubicBezTo>
                      <a:cubicBezTo>
                        <a:pt x="18279" y="9552"/>
                        <a:pt x="18324" y="9453"/>
                        <a:pt x="18351" y="9338"/>
                      </a:cubicBezTo>
                      <a:lnTo>
                        <a:pt x="18711" y="9176"/>
                      </a:lnTo>
                      <a:lnTo>
                        <a:pt x="18853" y="8915"/>
                      </a:lnTo>
                      <a:lnTo>
                        <a:pt x="18963" y="8726"/>
                      </a:lnTo>
                      <a:cubicBezTo>
                        <a:pt x="18976" y="8683"/>
                        <a:pt x="18978" y="8633"/>
                        <a:pt x="18969" y="8587"/>
                      </a:cubicBezTo>
                      <a:cubicBezTo>
                        <a:pt x="18896" y="8213"/>
                        <a:pt x="18532" y="8454"/>
                        <a:pt x="18637" y="8807"/>
                      </a:cubicBezTo>
                      <a:lnTo>
                        <a:pt x="19215" y="8144"/>
                      </a:lnTo>
                      <a:lnTo>
                        <a:pt x="19558" y="8144"/>
                      </a:lnTo>
                      <a:lnTo>
                        <a:pt x="19689" y="7866"/>
                      </a:lnTo>
                      <a:lnTo>
                        <a:pt x="19770" y="7491"/>
                      </a:lnTo>
                      <a:lnTo>
                        <a:pt x="19999" y="7060"/>
                      </a:lnTo>
                      <a:lnTo>
                        <a:pt x="20381" y="6735"/>
                      </a:lnTo>
                      <a:lnTo>
                        <a:pt x="20691" y="6600"/>
                      </a:lnTo>
                      <a:lnTo>
                        <a:pt x="21040" y="6465"/>
                      </a:lnTo>
                      <a:lnTo>
                        <a:pt x="21334" y="6336"/>
                      </a:lnTo>
                      <a:lnTo>
                        <a:pt x="21600" y="6123"/>
                      </a:lnTo>
                      <a:lnTo>
                        <a:pt x="21257" y="5980"/>
                      </a:lnTo>
                      <a:lnTo>
                        <a:pt x="21138" y="5575"/>
                      </a:lnTo>
                      <a:lnTo>
                        <a:pt x="21284" y="5251"/>
                      </a:lnTo>
                      <a:lnTo>
                        <a:pt x="21284" y="4963"/>
                      </a:lnTo>
                      <a:lnTo>
                        <a:pt x="21071" y="4694"/>
                      </a:lnTo>
                      <a:lnTo>
                        <a:pt x="20667" y="4613"/>
                      </a:lnTo>
                      <a:lnTo>
                        <a:pt x="20339" y="4586"/>
                      </a:lnTo>
                      <a:lnTo>
                        <a:pt x="20051" y="4613"/>
                      </a:lnTo>
                      <a:lnTo>
                        <a:pt x="19859" y="4613"/>
                      </a:lnTo>
                      <a:lnTo>
                        <a:pt x="19603" y="4586"/>
                      </a:lnTo>
                      <a:lnTo>
                        <a:pt x="19603" y="4272"/>
                      </a:lnTo>
                      <a:lnTo>
                        <a:pt x="19396" y="4353"/>
                      </a:lnTo>
                      <a:lnTo>
                        <a:pt x="19894" y="4038"/>
                      </a:lnTo>
                      <a:lnTo>
                        <a:pt x="20146" y="3642"/>
                      </a:lnTo>
                      <a:lnTo>
                        <a:pt x="20155" y="3249"/>
                      </a:lnTo>
                      <a:lnTo>
                        <a:pt x="19903" y="3356"/>
                      </a:lnTo>
                      <a:lnTo>
                        <a:pt x="19778" y="2934"/>
                      </a:lnTo>
                      <a:lnTo>
                        <a:pt x="19385" y="2765"/>
                      </a:lnTo>
                      <a:lnTo>
                        <a:pt x="18988" y="2727"/>
                      </a:lnTo>
                      <a:lnTo>
                        <a:pt x="18732" y="2753"/>
                      </a:lnTo>
                      <a:lnTo>
                        <a:pt x="18557" y="2807"/>
                      </a:lnTo>
                      <a:lnTo>
                        <a:pt x="18114" y="2834"/>
                      </a:lnTo>
                      <a:lnTo>
                        <a:pt x="17852" y="2969"/>
                      </a:lnTo>
                      <a:lnTo>
                        <a:pt x="17727" y="3230"/>
                      </a:lnTo>
                      <a:lnTo>
                        <a:pt x="17400" y="3436"/>
                      </a:lnTo>
                      <a:lnTo>
                        <a:pt x="17126" y="3436"/>
                      </a:lnTo>
                      <a:lnTo>
                        <a:pt x="16984" y="3275"/>
                      </a:lnTo>
                      <a:lnTo>
                        <a:pt x="17191" y="2871"/>
                      </a:lnTo>
                      <a:lnTo>
                        <a:pt x="17469" y="3023"/>
                      </a:lnTo>
                      <a:lnTo>
                        <a:pt x="17948" y="2637"/>
                      </a:lnTo>
                      <a:lnTo>
                        <a:pt x="18303" y="2501"/>
                      </a:lnTo>
                      <a:lnTo>
                        <a:pt x="18615" y="2408"/>
                      </a:lnTo>
                      <a:lnTo>
                        <a:pt x="19053" y="2336"/>
                      </a:lnTo>
                      <a:lnTo>
                        <a:pt x="19146" y="1959"/>
                      </a:lnTo>
                      <a:lnTo>
                        <a:pt x="19551" y="1618"/>
                      </a:lnTo>
                      <a:lnTo>
                        <a:pt x="20266" y="0"/>
                      </a:lnTo>
                      <a:cubicBezTo>
                        <a:pt x="16269" y="714"/>
                        <a:pt x="12406" y="2786"/>
                        <a:pt x="8920" y="6085"/>
                      </a:cubicBezTo>
                      <a:cubicBezTo>
                        <a:pt x="5427" y="9390"/>
                        <a:pt x="2390" y="13855"/>
                        <a:pt x="0" y="19197"/>
                      </a:cubicBezTo>
                      <a:close/>
                    </a:path>
                  </a:pathLst>
                </a:custGeom>
                <a:solidFill>
                  <a:schemeClr val="accent1">
                    <a:lumMod val="100000"/>
                  </a:schemeClr>
                </a:solidFill>
                <a:ln w="12700" cap="flat">
                  <a:noFill/>
                  <a:miter lim="400000"/>
                </a:ln>
                <a:effectLst/>
              </p:spPr>
              <p:txBody>
                <a:bodyPr wrap="square" lIns="91440" tIns="45720" rIns="91440" bIns="45720" anchor="ctr">
                  <a:normAutofit/>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8" name="ïšľïḑe"/>
                <p:cNvSpPr/>
                <p:nvPr/>
              </p:nvSpPr>
              <p:spPr>
                <a:xfrm>
                  <a:off x="5700322" y="2706269"/>
                  <a:ext cx="90230" cy="63739"/>
                </a:xfrm>
                <a:custGeom>
                  <a:avLst/>
                  <a:gdLst/>
                  <a:ahLst/>
                  <a:cxnLst>
                    <a:cxn ang="0">
                      <a:pos x="wd2" y="hd2"/>
                    </a:cxn>
                    <a:cxn ang="5400000">
                      <a:pos x="wd2" y="hd2"/>
                    </a:cxn>
                    <a:cxn ang="10800000">
                      <a:pos x="wd2" y="hd2"/>
                    </a:cxn>
                    <a:cxn ang="16200000">
                      <a:pos x="wd2" y="hd2"/>
                    </a:cxn>
                  </a:cxnLst>
                  <a:rect l="0" t="0" r="r" b="b"/>
                  <a:pathLst>
                    <a:path w="21600" h="21600" extrusionOk="0">
                      <a:moveTo>
                        <a:pt x="9552" y="3048"/>
                      </a:moveTo>
                      <a:lnTo>
                        <a:pt x="8988" y="0"/>
                      </a:lnTo>
                      <a:lnTo>
                        <a:pt x="7149" y="1300"/>
                      </a:lnTo>
                      <a:lnTo>
                        <a:pt x="3657" y="2334"/>
                      </a:lnTo>
                      <a:lnTo>
                        <a:pt x="0" y="3641"/>
                      </a:lnTo>
                      <a:lnTo>
                        <a:pt x="2310" y="6398"/>
                      </a:lnTo>
                      <a:lnTo>
                        <a:pt x="507" y="9646"/>
                      </a:lnTo>
                      <a:lnTo>
                        <a:pt x="148" y="12031"/>
                      </a:lnTo>
                      <a:lnTo>
                        <a:pt x="609" y="16384"/>
                      </a:lnTo>
                      <a:lnTo>
                        <a:pt x="4761" y="18707"/>
                      </a:lnTo>
                      <a:lnTo>
                        <a:pt x="7067" y="21600"/>
                      </a:lnTo>
                      <a:cubicBezTo>
                        <a:pt x="7928" y="21195"/>
                        <a:pt x="8798" y="20832"/>
                        <a:pt x="9676" y="20512"/>
                      </a:cubicBezTo>
                      <a:cubicBezTo>
                        <a:pt x="11261" y="19935"/>
                        <a:pt x="12870" y="19499"/>
                        <a:pt x="14494" y="19206"/>
                      </a:cubicBezTo>
                      <a:cubicBezTo>
                        <a:pt x="15569" y="19227"/>
                        <a:pt x="16639" y="19007"/>
                        <a:pt x="17666" y="18553"/>
                      </a:cubicBezTo>
                      <a:cubicBezTo>
                        <a:pt x="18830" y="18037"/>
                        <a:pt x="19920" y="17229"/>
                        <a:pt x="20882" y="16167"/>
                      </a:cubicBezTo>
                      <a:lnTo>
                        <a:pt x="21600" y="13845"/>
                      </a:lnTo>
                      <a:lnTo>
                        <a:pt x="21292" y="10370"/>
                      </a:lnTo>
                      <a:lnTo>
                        <a:pt x="20997" y="5245"/>
                      </a:lnTo>
                      <a:lnTo>
                        <a:pt x="18440" y="5245"/>
                      </a:lnTo>
                      <a:lnTo>
                        <a:pt x="17262" y="6987"/>
                      </a:lnTo>
                      <a:lnTo>
                        <a:pt x="15775" y="5681"/>
                      </a:lnTo>
                      <a:lnTo>
                        <a:pt x="13571" y="5463"/>
                      </a:lnTo>
                      <a:lnTo>
                        <a:pt x="12091" y="5681"/>
                      </a:lnTo>
                      <a:lnTo>
                        <a:pt x="9195" y="6543"/>
                      </a:lnTo>
                      <a:lnTo>
                        <a:pt x="9552" y="3048"/>
                      </a:lnTo>
                      <a:close/>
                    </a:path>
                  </a:pathLst>
                </a:custGeom>
                <a:solidFill>
                  <a:schemeClr val="accent1">
                    <a:lumMod val="100000"/>
                  </a:schemeClr>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9" name="ïṧľïḑé"/>
                <p:cNvSpPr/>
                <p:nvPr/>
              </p:nvSpPr>
              <p:spPr>
                <a:xfrm>
                  <a:off x="5809435" y="2793913"/>
                  <a:ext cx="21279" cy="26775"/>
                </a:xfrm>
                <a:custGeom>
                  <a:avLst/>
                  <a:gdLst/>
                  <a:ahLst/>
                  <a:cxnLst>
                    <a:cxn ang="0">
                      <a:pos x="wd2" y="hd2"/>
                    </a:cxn>
                    <a:cxn ang="5400000">
                      <a:pos x="wd2" y="hd2"/>
                    </a:cxn>
                    <a:cxn ang="10800000">
                      <a:pos x="wd2" y="hd2"/>
                    </a:cxn>
                    <a:cxn ang="16200000">
                      <a:pos x="wd2" y="hd2"/>
                    </a:cxn>
                  </a:cxnLst>
                  <a:rect l="0" t="0" r="r" b="b"/>
                  <a:pathLst>
                    <a:path w="21600" h="21600" extrusionOk="0">
                      <a:moveTo>
                        <a:pt x="9207" y="0"/>
                      </a:moveTo>
                      <a:lnTo>
                        <a:pt x="650" y="5915"/>
                      </a:lnTo>
                      <a:lnTo>
                        <a:pt x="411" y="11257"/>
                      </a:lnTo>
                      <a:lnTo>
                        <a:pt x="0" y="17454"/>
                      </a:lnTo>
                      <a:lnTo>
                        <a:pt x="4997" y="21600"/>
                      </a:lnTo>
                      <a:lnTo>
                        <a:pt x="11194" y="15771"/>
                      </a:lnTo>
                      <a:lnTo>
                        <a:pt x="16412" y="8017"/>
                      </a:lnTo>
                      <a:lnTo>
                        <a:pt x="21600" y="1819"/>
                      </a:lnTo>
                      <a:lnTo>
                        <a:pt x="9207" y="0"/>
                      </a:lnTo>
                      <a:close/>
                    </a:path>
                  </a:pathLst>
                </a:custGeom>
                <a:solidFill>
                  <a:schemeClr val="accent1"/>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0" name="ïṣļiďé"/>
                <p:cNvSpPr/>
                <p:nvPr/>
              </p:nvSpPr>
              <p:spPr>
                <a:xfrm>
                  <a:off x="5334061" y="2423083"/>
                  <a:ext cx="1990803" cy="2323756"/>
                </a:xfrm>
                <a:custGeom>
                  <a:avLst/>
                  <a:gdLst/>
                  <a:ahLst/>
                  <a:cxnLst>
                    <a:cxn ang="0">
                      <a:pos x="wd2" y="hd2"/>
                    </a:cxn>
                    <a:cxn ang="5400000">
                      <a:pos x="wd2" y="hd2"/>
                    </a:cxn>
                    <a:cxn ang="10800000">
                      <a:pos x="wd2" y="hd2"/>
                    </a:cxn>
                    <a:cxn ang="16200000">
                      <a:pos x="wd2" y="hd2"/>
                    </a:cxn>
                  </a:cxnLst>
                  <a:rect l="0" t="0" r="r" b="b"/>
                  <a:pathLst>
                    <a:path w="21600" h="21600" extrusionOk="0">
                      <a:moveTo>
                        <a:pt x="5144" y="4147"/>
                      </a:moveTo>
                      <a:lnTo>
                        <a:pt x="5022" y="4189"/>
                      </a:lnTo>
                      <a:lnTo>
                        <a:pt x="4921" y="4242"/>
                      </a:lnTo>
                      <a:lnTo>
                        <a:pt x="4947" y="4142"/>
                      </a:lnTo>
                      <a:lnTo>
                        <a:pt x="4925" y="4073"/>
                      </a:lnTo>
                      <a:lnTo>
                        <a:pt x="4841" y="4150"/>
                      </a:lnTo>
                      <a:cubicBezTo>
                        <a:pt x="4817" y="4180"/>
                        <a:pt x="4789" y="4208"/>
                        <a:pt x="4757" y="4233"/>
                      </a:cubicBezTo>
                      <a:cubicBezTo>
                        <a:pt x="4719" y="4264"/>
                        <a:pt x="4676" y="4291"/>
                        <a:pt x="4630" y="4312"/>
                      </a:cubicBezTo>
                      <a:lnTo>
                        <a:pt x="4701" y="4380"/>
                      </a:lnTo>
                      <a:lnTo>
                        <a:pt x="4729" y="4509"/>
                      </a:lnTo>
                      <a:lnTo>
                        <a:pt x="4667" y="4606"/>
                      </a:lnTo>
                      <a:cubicBezTo>
                        <a:pt x="4610" y="4594"/>
                        <a:pt x="4551" y="4596"/>
                        <a:pt x="4495" y="4612"/>
                      </a:cubicBezTo>
                      <a:cubicBezTo>
                        <a:pt x="4452" y="4625"/>
                        <a:pt x="4412" y="4647"/>
                        <a:pt x="4380" y="4676"/>
                      </a:cubicBezTo>
                      <a:lnTo>
                        <a:pt x="4285" y="4733"/>
                      </a:lnTo>
                      <a:lnTo>
                        <a:pt x="4124" y="4743"/>
                      </a:lnTo>
                      <a:lnTo>
                        <a:pt x="4018" y="4813"/>
                      </a:lnTo>
                      <a:lnTo>
                        <a:pt x="3992" y="4903"/>
                      </a:lnTo>
                      <a:lnTo>
                        <a:pt x="3998" y="4972"/>
                      </a:lnTo>
                      <a:cubicBezTo>
                        <a:pt x="3949" y="4989"/>
                        <a:pt x="3903" y="5012"/>
                        <a:pt x="3861" y="5040"/>
                      </a:cubicBezTo>
                      <a:cubicBezTo>
                        <a:pt x="3834" y="5058"/>
                        <a:pt x="3808" y="5079"/>
                        <a:pt x="3797" y="5107"/>
                      </a:cubicBezTo>
                      <a:cubicBezTo>
                        <a:pt x="3780" y="5151"/>
                        <a:pt x="3800" y="5198"/>
                        <a:pt x="3840" y="5231"/>
                      </a:cubicBezTo>
                      <a:cubicBezTo>
                        <a:pt x="3893" y="5273"/>
                        <a:pt x="3969" y="5284"/>
                        <a:pt x="4036" y="5260"/>
                      </a:cubicBezTo>
                      <a:lnTo>
                        <a:pt x="4147" y="5219"/>
                      </a:lnTo>
                      <a:lnTo>
                        <a:pt x="4259" y="5181"/>
                      </a:lnTo>
                      <a:cubicBezTo>
                        <a:pt x="4305" y="5178"/>
                        <a:pt x="4349" y="5167"/>
                        <a:pt x="4389" y="5147"/>
                      </a:cubicBezTo>
                      <a:cubicBezTo>
                        <a:pt x="4433" y="5125"/>
                        <a:pt x="4469" y="5094"/>
                        <a:pt x="4495" y="5057"/>
                      </a:cubicBezTo>
                      <a:lnTo>
                        <a:pt x="4528" y="4922"/>
                      </a:lnTo>
                      <a:lnTo>
                        <a:pt x="4602" y="4789"/>
                      </a:lnTo>
                      <a:lnTo>
                        <a:pt x="4706" y="4696"/>
                      </a:lnTo>
                      <a:lnTo>
                        <a:pt x="4801" y="4666"/>
                      </a:lnTo>
                      <a:lnTo>
                        <a:pt x="4870" y="4761"/>
                      </a:lnTo>
                      <a:lnTo>
                        <a:pt x="4817" y="4795"/>
                      </a:lnTo>
                      <a:lnTo>
                        <a:pt x="4866" y="4872"/>
                      </a:lnTo>
                      <a:cubicBezTo>
                        <a:pt x="4896" y="4876"/>
                        <a:pt x="4923" y="4886"/>
                        <a:pt x="4947" y="4902"/>
                      </a:cubicBezTo>
                      <a:cubicBezTo>
                        <a:pt x="4984" y="4926"/>
                        <a:pt x="5008" y="4963"/>
                        <a:pt x="5014" y="5003"/>
                      </a:cubicBezTo>
                      <a:lnTo>
                        <a:pt x="4919" y="5045"/>
                      </a:lnTo>
                      <a:lnTo>
                        <a:pt x="4794" y="5009"/>
                      </a:lnTo>
                      <a:lnTo>
                        <a:pt x="4722" y="5090"/>
                      </a:lnTo>
                      <a:lnTo>
                        <a:pt x="4748" y="5193"/>
                      </a:lnTo>
                      <a:lnTo>
                        <a:pt x="4694" y="5242"/>
                      </a:lnTo>
                      <a:lnTo>
                        <a:pt x="4577" y="5246"/>
                      </a:lnTo>
                      <a:lnTo>
                        <a:pt x="4551" y="5334"/>
                      </a:lnTo>
                      <a:cubicBezTo>
                        <a:pt x="4589" y="5327"/>
                        <a:pt x="4629" y="5340"/>
                        <a:pt x="4651" y="5367"/>
                      </a:cubicBezTo>
                      <a:cubicBezTo>
                        <a:pt x="4698" y="5426"/>
                        <a:pt x="4656" y="5506"/>
                        <a:pt x="4574" y="5514"/>
                      </a:cubicBezTo>
                      <a:cubicBezTo>
                        <a:pt x="4539" y="5512"/>
                        <a:pt x="4505" y="5514"/>
                        <a:pt x="4471" y="5520"/>
                      </a:cubicBezTo>
                      <a:cubicBezTo>
                        <a:pt x="4426" y="5529"/>
                        <a:pt x="4384" y="5545"/>
                        <a:pt x="4346" y="5568"/>
                      </a:cubicBezTo>
                      <a:lnTo>
                        <a:pt x="4467" y="5663"/>
                      </a:lnTo>
                      <a:cubicBezTo>
                        <a:pt x="4481" y="5632"/>
                        <a:pt x="4509" y="5606"/>
                        <a:pt x="4544" y="5591"/>
                      </a:cubicBezTo>
                      <a:cubicBezTo>
                        <a:pt x="4573" y="5579"/>
                        <a:pt x="4606" y="5575"/>
                        <a:pt x="4639" y="5579"/>
                      </a:cubicBezTo>
                      <a:lnTo>
                        <a:pt x="4787" y="5587"/>
                      </a:lnTo>
                      <a:lnTo>
                        <a:pt x="4940" y="5545"/>
                      </a:lnTo>
                      <a:cubicBezTo>
                        <a:pt x="4985" y="5544"/>
                        <a:pt x="5030" y="5544"/>
                        <a:pt x="5075" y="5545"/>
                      </a:cubicBezTo>
                      <a:cubicBezTo>
                        <a:pt x="5116" y="5546"/>
                        <a:pt x="5157" y="5548"/>
                        <a:pt x="5198" y="5551"/>
                      </a:cubicBezTo>
                      <a:lnTo>
                        <a:pt x="5364" y="5557"/>
                      </a:lnTo>
                      <a:lnTo>
                        <a:pt x="5453" y="5557"/>
                      </a:lnTo>
                      <a:lnTo>
                        <a:pt x="5501" y="5630"/>
                      </a:lnTo>
                      <a:cubicBezTo>
                        <a:pt x="5483" y="5643"/>
                        <a:pt x="5465" y="5655"/>
                        <a:pt x="5446" y="5666"/>
                      </a:cubicBezTo>
                      <a:cubicBezTo>
                        <a:pt x="5383" y="5703"/>
                        <a:pt x="5314" y="5733"/>
                        <a:pt x="5242" y="5755"/>
                      </a:cubicBezTo>
                      <a:cubicBezTo>
                        <a:pt x="5191" y="5771"/>
                        <a:pt x="5138" y="5782"/>
                        <a:pt x="5084" y="5789"/>
                      </a:cubicBezTo>
                      <a:lnTo>
                        <a:pt x="4996" y="5696"/>
                      </a:lnTo>
                      <a:lnTo>
                        <a:pt x="4920" y="5779"/>
                      </a:lnTo>
                      <a:lnTo>
                        <a:pt x="4899" y="5838"/>
                      </a:lnTo>
                      <a:lnTo>
                        <a:pt x="4472" y="5838"/>
                      </a:lnTo>
                      <a:lnTo>
                        <a:pt x="4346" y="5880"/>
                      </a:lnTo>
                      <a:lnTo>
                        <a:pt x="4405" y="5971"/>
                      </a:lnTo>
                      <a:lnTo>
                        <a:pt x="4495" y="6056"/>
                      </a:lnTo>
                      <a:lnTo>
                        <a:pt x="4565" y="6112"/>
                      </a:lnTo>
                      <a:lnTo>
                        <a:pt x="4646" y="6235"/>
                      </a:lnTo>
                      <a:lnTo>
                        <a:pt x="4679" y="6340"/>
                      </a:lnTo>
                      <a:lnTo>
                        <a:pt x="4749" y="6524"/>
                      </a:lnTo>
                      <a:lnTo>
                        <a:pt x="4709" y="6662"/>
                      </a:lnTo>
                      <a:lnTo>
                        <a:pt x="4656" y="6763"/>
                      </a:lnTo>
                      <a:lnTo>
                        <a:pt x="4599" y="6820"/>
                      </a:lnTo>
                      <a:lnTo>
                        <a:pt x="4468" y="6826"/>
                      </a:lnTo>
                      <a:cubicBezTo>
                        <a:pt x="4438" y="6822"/>
                        <a:pt x="4408" y="6818"/>
                        <a:pt x="4378" y="6814"/>
                      </a:cubicBezTo>
                      <a:cubicBezTo>
                        <a:pt x="4311" y="6806"/>
                        <a:pt x="4243" y="6799"/>
                        <a:pt x="4176" y="6794"/>
                      </a:cubicBezTo>
                      <a:lnTo>
                        <a:pt x="3983" y="6770"/>
                      </a:lnTo>
                      <a:lnTo>
                        <a:pt x="3864" y="6735"/>
                      </a:lnTo>
                      <a:lnTo>
                        <a:pt x="3725" y="6699"/>
                      </a:lnTo>
                      <a:lnTo>
                        <a:pt x="3614" y="6669"/>
                      </a:lnTo>
                      <a:cubicBezTo>
                        <a:pt x="3559" y="6646"/>
                        <a:pt x="3495" y="6644"/>
                        <a:pt x="3438" y="6663"/>
                      </a:cubicBezTo>
                      <a:cubicBezTo>
                        <a:pt x="3398" y="6676"/>
                        <a:pt x="3364" y="6699"/>
                        <a:pt x="3340" y="6728"/>
                      </a:cubicBezTo>
                      <a:lnTo>
                        <a:pt x="3273" y="6889"/>
                      </a:lnTo>
                      <a:cubicBezTo>
                        <a:pt x="3278" y="6911"/>
                        <a:pt x="3280" y="6934"/>
                        <a:pt x="3280" y="6956"/>
                      </a:cubicBezTo>
                      <a:cubicBezTo>
                        <a:pt x="3280" y="6995"/>
                        <a:pt x="3273" y="7034"/>
                        <a:pt x="3259" y="7072"/>
                      </a:cubicBezTo>
                      <a:lnTo>
                        <a:pt x="3185" y="7197"/>
                      </a:lnTo>
                      <a:cubicBezTo>
                        <a:pt x="3167" y="7226"/>
                        <a:pt x="3147" y="7255"/>
                        <a:pt x="3125" y="7282"/>
                      </a:cubicBezTo>
                      <a:cubicBezTo>
                        <a:pt x="3083" y="7333"/>
                        <a:pt x="3034" y="7380"/>
                        <a:pt x="2985" y="7427"/>
                      </a:cubicBezTo>
                      <a:cubicBezTo>
                        <a:pt x="2936" y="7474"/>
                        <a:pt x="2886" y="7522"/>
                        <a:pt x="2836" y="7569"/>
                      </a:cubicBezTo>
                      <a:lnTo>
                        <a:pt x="2883" y="7672"/>
                      </a:lnTo>
                      <a:lnTo>
                        <a:pt x="2932" y="7729"/>
                      </a:lnTo>
                      <a:lnTo>
                        <a:pt x="2879" y="7819"/>
                      </a:lnTo>
                      <a:cubicBezTo>
                        <a:pt x="2851" y="7849"/>
                        <a:pt x="2851" y="7891"/>
                        <a:pt x="2879" y="7921"/>
                      </a:cubicBezTo>
                      <a:cubicBezTo>
                        <a:pt x="2905" y="7948"/>
                        <a:pt x="2949" y="7958"/>
                        <a:pt x="2988" y="7944"/>
                      </a:cubicBezTo>
                      <a:lnTo>
                        <a:pt x="3102" y="7962"/>
                      </a:lnTo>
                      <a:lnTo>
                        <a:pt x="3278" y="8014"/>
                      </a:lnTo>
                      <a:lnTo>
                        <a:pt x="3301" y="8122"/>
                      </a:lnTo>
                      <a:lnTo>
                        <a:pt x="3368" y="8235"/>
                      </a:lnTo>
                      <a:lnTo>
                        <a:pt x="3464" y="8235"/>
                      </a:lnTo>
                      <a:lnTo>
                        <a:pt x="3571" y="8205"/>
                      </a:lnTo>
                      <a:cubicBezTo>
                        <a:pt x="3620" y="8187"/>
                        <a:pt x="3671" y="8173"/>
                        <a:pt x="3724" y="8163"/>
                      </a:cubicBezTo>
                      <a:cubicBezTo>
                        <a:pt x="3799" y="8149"/>
                        <a:pt x="3876" y="8143"/>
                        <a:pt x="3954" y="8146"/>
                      </a:cubicBezTo>
                      <a:lnTo>
                        <a:pt x="4160" y="8110"/>
                      </a:lnTo>
                      <a:lnTo>
                        <a:pt x="4323" y="8064"/>
                      </a:lnTo>
                      <a:lnTo>
                        <a:pt x="4543" y="8024"/>
                      </a:lnTo>
                      <a:cubicBezTo>
                        <a:pt x="4582" y="8000"/>
                        <a:pt x="4618" y="7972"/>
                        <a:pt x="4648" y="7941"/>
                      </a:cubicBezTo>
                      <a:cubicBezTo>
                        <a:pt x="4693" y="7894"/>
                        <a:pt x="4726" y="7841"/>
                        <a:pt x="4747" y="7784"/>
                      </a:cubicBezTo>
                      <a:cubicBezTo>
                        <a:pt x="4697" y="7762"/>
                        <a:pt x="4663" y="7720"/>
                        <a:pt x="4657" y="7672"/>
                      </a:cubicBezTo>
                      <a:cubicBezTo>
                        <a:pt x="4646" y="7592"/>
                        <a:pt x="4712" y="7519"/>
                        <a:pt x="4806" y="7507"/>
                      </a:cubicBezTo>
                      <a:cubicBezTo>
                        <a:pt x="4818" y="7473"/>
                        <a:pt x="4844" y="7444"/>
                        <a:pt x="4880" y="7426"/>
                      </a:cubicBezTo>
                      <a:cubicBezTo>
                        <a:pt x="4971" y="7379"/>
                        <a:pt x="5085" y="7414"/>
                        <a:pt x="5186" y="7392"/>
                      </a:cubicBezTo>
                      <a:cubicBezTo>
                        <a:pt x="5242" y="7380"/>
                        <a:pt x="5289" y="7351"/>
                        <a:pt x="5333" y="7320"/>
                      </a:cubicBezTo>
                      <a:cubicBezTo>
                        <a:pt x="5374" y="7291"/>
                        <a:pt x="5413" y="7259"/>
                        <a:pt x="5449" y="7225"/>
                      </a:cubicBezTo>
                      <a:lnTo>
                        <a:pt x="5498" y="7058"/>
                      </a:lnTo>
                      <a:cubicBezTo>
                        <a:pt x="5502" y="7021"/>
                        <a:pt x="5529" y="6989"/>
                        <a:pt x="5567" y="6974"/>
                      </a:cubicBezTo>
                      <a:cubicBezTo>
                        <a:pt x="5607" y="6958"/>
                        <a:pt x="5653" y="6962"/>
                        <a:pt x="5695" y="6972"/>
                      </a:cubicBezTo>
                      <a:cubicBezTo>
                        <a:pt x="5767" y="6989"/>
                        <a:pt x="5831" y="7025"/>
                        <a:pt x="5880" y="7073"/>
                      </a:cubicBezTo>
                      <a:cubicBezTo>
                        <a:pt x="5912" y="7079"/>
                        <a:pt x="5945" y="7079"/>
                        <a:pt x="5977" y="7073"/>
                      </a:cubicBezTo>
                      <a:cubicBezTo>
                        <a:pt x="6027" y="7064"/>
                        <a:pt x="6071" y="7041"/>
                        <a:pt x="6117" y="7023"/>
                      </a:cubicBezTo>
                      <a:cubicBezTo>
                        <a:pt x="6235" y="6978"/>
                        <a:pt x="6368" y="6966"/>
                        <a:pt x="6495" y="6990"/>
                      </a:cubicBezTo>
                      <a:lnTo>
                        <a:pt x="6521" y="6918"/>
                      </a:lnTo>
                      <a:lnTo>
                        <a:pt x="6732" y="6930"/>
                      </a:lnTo>
                      <a:lnTo>
                        <a:pt x="6759" y="7000"/>
                      </a:lnTo>
                      <a:lnTo>
                        <a:pt x="6725" y="7115"/>
                      </a:lnTo>
                      <a:lnTo>
                        <a:pt x="6845" y="7228"/>
                      </a:lnTo>
                      <a:cubicBezTo>
                        <a:pt x="6898" y="7250"/>
                        <a:pt x="6947" y="7275"/>
                        <a:pt x="6994" y="7304"/>
                      </a:cubicBezTo>
                      <a:cubicBezTo>
                        <a:pt x="7034" y="7328"/>
                        <a:pt x="7071" y="7355"/>
                        <a:pt x="7110" y="7379"/>
                      </a:cubicBezTo>
                      <a:cubicBezTo>
                        <a:pt x="7205" y="7438"/>
                        <a:pt x="7309" y="7485"/>
                        <a:pt x="7419" y="7517"/>
                      </a:cubicBezTo>
                      <a:cubicBezTo>
                        <a:pt x="7439" y="7569"/>
                        <a:pt x="7471" y="7617"/>
                        <a:pt x="7514" y="7658"/>
                      </a:cubicBezTo>
                      <a:cubicBezTo>
                        <a:pt x="7555" y="7697"/>
                        <a:pt x="7605" y="7728"/>
                        <a:pt x="7660" y="7749"/>
                      </a:cubicBezTo>
                      <a:lnTo>
                        <a:pt x="7716" y="7827"/>
                      </a:lnTo>
                      <a:cubicBezTo>
                        <a:pt x="7731" y="7845"/>
                        <a:pt x="7742" y="7866"/>
                        <a:pt x="7746" y="7889"/>
                      </a:cubicBezTo>
                      <a:cubicBezTo>
                        <a:pt x="7754" y="7933"/>
                        <a:pt x="7739" y="7977"/>
                        <a:pt x="7704" y="8010"/>
                      </a:cubicBezTo>
                      <a:cubicBezTo>
                        <a:pt x="7711" y="8035"/>
                        <a:pt x="7703" y="8060"/>
                        <a:pt x="7684" y="8079"/>
                      </a:cubicBezTo>
                      <a:cubicBezTo>
                        <a:pt x="7661" y="8102"/>
                        <a:pt x="7626" y="8112"/>
                        <a:pt x="7592" y="8105"/>
                      </a:cubicBezTo>
                      <a:lnTo>
                        <a:pt x="7504" y="8069"/>
                      </a:lnTo>
                      <a:lnTo>
                        <a:pt x="7416" y="8093"/>
                      </a:lnTo>
                      <a:lnTo>
                        <a:pt x="7344" y="8081"/>
                      </a:lnTo>
                      <a:lnTo>
                        <a:pt x="7272" y="8022"/>
                      </a:lnTo>
                      <a:cubicBezTo>
                        <a:pt x="7246" y="8014"/>
                        <a:pt x="7219" y="8010"/>
                        <a:pt x="7191" y="8010"/>
                      </a:cubicBezTo>
                      <a:cubicBezTo>
                        <a:pt x="7151" y="8010"/>
                        <a:pt x="7112" y="8018"/>
                        <a:pt x="7077" y="8033"/>
                      </a:cubicBezTo>
                      <a:lnTo>
                        <a:pt x="6982" y="8107"/>
                      </a:lnTo>
                      <a:lnTo>
                        <a:pt x="7119" y="8177"/>
                      </a:lnTo>
                      <a:lnTo>
                        <a:pt x="7252" y="8238"/>
                      </a:lnTo>
                      <a:lnTo>
                        <a:pt x="7395" y="8302"/>
                      </a:lnTo>
                      <a:cubicBezTo>
                        <a:pt x="7419" y="8293"/>
                        <a:pt x="7446" y="8296"/>
                        <a:pt x="7467" y="8308"/>
                      </a:cubicBezTo>
                      <a:cubicBezTo>
                        <a:pt x="7512" y="8333"/>
                        <a:pt x="7518" y="8393"/>
                        <a:pt x="7570" y="8409"/>
                      </a:cubicBezTo>
                      <a:cubicBezTo>
                        <a:pt x="7646" y="8434"/>
                        <a:pt x="7713" y="8358"/>
                        <a:pt x="7665" y="8302"/>
                      </a:cubicBezTo>
                      <a:lnTo>
                        <a:pt x="7688" y="8173"/>
                      </a:lnTo>
                      <a:lnTo>
                        <a:pt x="7814" y="8125"/>
                      </a:lnTo>
                      <a:lnTo>
                        <a:pt x="7888" y="8068"/>
                      </a:lnTo>
                      <a:lnTo>
                        <a:pt x="7921" y="7980"/>
                      </a:lnTo>
                      <a:cubicBezTo>
                        <a:pt x="7961" y="7970"/>
                        <a:pt x="7995" y="7944"/>
                        <a:pt x="8011" y="7911"/>
                      </a:cubicBezTo>
                      <a:cubicBezTo>
                        <a:pt x="8034" y="7863"/>
                        <a:pt x="8020" y="7808"/>
                        <a:pt x="7976" y="7773"/>
                      </a:cubicBezTo>
                      <a:lnTo>
                        <a:pt x="7969" y="7668"/>
                      </a:lnTo>
                      <a:lnTo>
                        <a:pt x="8034" y="7636"/>
                      </a:lnTo>
                      <a:lnTo>
                        <a:pt x="8111" y="7738"/>
                      </a:lnTo>
                      <a:lnTo>
                        <a:pt x="8185" y="7782"/>
                      </a:lnTo>
                      <a:lnTo>
                        <a:pt x="8274" y="7698"/>
                      </a:lnTo>
                      <a:lnTo>
                        <a:pt x="8177" y="7550"/>
                      </a:lnTo>
                      <a:lnTo>
                        <a:pt x="8026" y="7504"/>
                      </a:lnTo>
                      <a:cubicBezTo>
                        <a:pt x="7981" y="7483"/>
                        <a:pt x="7939" y="7457"/>
                        <a:pt x="7903" y="7426"/>
                      </a:cubicBezTo>
                      <a:cubicBezTo>
                        <a:pt x="7871" y="7399"/>
                        <a:pt x="7843" y="7369"/>
                        <a:pt x="7820" y="7337"/>
                      </a:cubicBezTo>
                      <a:lnTo>
                        <a:pt x="7687" y="7259"/>
                      </a:lnTo>
                      <a:lnTo>
                        <a:pt x="7555" y="7176"/>
                      </a:lnTo>
                      <a:lnTo>
                        <a:pt x="7362" y="7110"/>
                      </a:lnTo>
                      <a:lnTo>
                        <a:pt x="7313" y="6985"/>
                      </a:lnTo>
                      <a:lnTo>
                        <a:pt x="7272" y="6885"/>
                      </a:lnTo>
                      <a:lnTo>
                        <a:pt x="7191" y="6861"/>
                      </a:lnTo>
                      <a:lnTo>
                        <a:pt x="7163" y="6748"/>
                      </a:lnTo>
                      <a:lnTo>
                        <a:pt x="7217" y="6657"/>
                      </a:lnTo>
                      <a:lnTo>
                        <a:pt x="7296" y="6663"/>
                      </a:lnTo>
                      <a:lnTo>
                        <a:pt x="7351" y="6722"/>
                      </a:lnTo>
                      <a:lnTo>
                        <a:pt x="7402" y="6812"/>
                      </a:lnTo>
                      <a:lnTo>
                        <a:pt x="7467" y="6883"/>
                      </a:lnTo>
                      <a:lnTo>
                        <a:pt x="7585" y="6901"/>
                      </a:lnTo>
                      <a:lnTo>
                        <a:pt x="7687" y="6960"/>
                      </a:lnTo>
                      <a:cubicBezTo>
                        <a:pt x="7723" y="6966"/>
                        <a:pt x="7753" y="6987"/>
                        <a:pt x="7766" y="7016"/>
                      </a:cubicBezTo>
                      <a:cubicBezTo>
                        <a:pt x="7786" y="7059"/>
                        <a:pt x="7766" y="7108"/>
                        <a:pt x="7720" y="7131"/>
                      </a:cubicBezTo>
                      <a:lnTo>
                        <a:pt x="7873" y="7173"/>
                      </a:lnTo>
                      <a:lnTo>
                        <a:pt x="7964" y="7179"/>
                      </a:lnTo>
                      <a:cubicBezTo>
                        <a:pt x="7997" y="7183"/>
                        <a:pt x="8030" y="7191"/>
                        <a:pt x="8061" y="7202"/>
                      </a:cubicBezTo>
                      <a:cubicBezTo>
                        <a:pt x="8116" y="7222"/>
                        <a:pt x="8165" y="7250"/>
                        <a:pt x="8207" y="7286"/>
                      </a:cubicBezTo>
                      <a:lnTo>
                        <a:pt x="8289" y="7322"/>
                      </a:lnTo>
                      <a:lnTo>
                        <a:pt x="8386" y="7363"/>
                      </a:lnTo>
                      <a:lnTo>
                        <a:pt x="8383" y="7544"/>
                      </a:lnTo>
                      <a:lnTo>
                        <a:pt x="8427" y="7763"/>
                      </a:lnTo>
                      <a:lnTo>
                        <a:pt x="8606" y="7823"/>
                      </a:lnTo>
                      <a:lnTo>
                        <a:pt x="8675" y="7900"/>
                      </a:lnTo>
                      <a:lnTo>
                        <a:pt x="8670" y="8036"/>
                      </a:lnTo>
                      <a:lnTo>
                        <a:pt x="8670" y="8130"/>
                      </a:lnTo>
                      <a:lnTo>
                        <a:pt x="8707" y="8199"/>
                      </a:lnTo>
                      <a:lnTo>
                        <a:pt x="8791" y="8203"/>
                      </a:lnTo>
                      <a:lnTo>
                        <a:pt x="8837" y="8317"/>
                      </a:lnTo>
                      <a:lnTo>
                        <a:pt x="8949" y="8380"/>
                      </a:lnTo>
                      <a:lnTo>
                        <a:pt x="9095" y="8380"/>
                      </a:lnTo>
                      <a:cubicBezTo>
                        <a:pt x="9061" y="8420"/>
                        <a:pt x="9079" y="8476"/>
                        <a:pt x="9132" y="8496"/>
                      </a:cubicBezTo>
                      <a:cubicBezTo>
                        <a:pt x="9205" y="8523"/>
                        <a:pt x="9283" y="8467"/>
                        <a:pt x="9264" y="8400"/>
                      </a:cubicBezTo>
                      <a:cubicBezTo>
                        <a:pt x="9182" y="8393"/>
                        <a:pt x="9146" y="8308"/>
                        <a:pt x="9204" y="8257"/>
                      </a:cubicBezTo>
                      <a:cubicBezTo>
                        <a:pt x="9233" y="8232"/>
                        <a:pt x="9278" y="8227"/>
                        <a:pt x="9313" y="8247"/>
                      </a:cubicBezTo>
                      <a:lnTo>
                        <a:pt x="9396" y="8300"/>
                      </a:lnTo>
                      <a:lnTo>
                        <a:pt x="9417" y="8362"/>
                      </a:lnTo>
                      <a:lnTo>
                        <a:pt x="9424" y="8427"/>
                      </a:lnTo>
                      <a:lnTo>
                        <a:pt x="9473" y="8562"/>
                      </a:lnTo>
                      <a:lnTo>
                        <a:pt x="9347" y="8521"/>
                      </a:lnTo>
                      <a:lnTo>
                        <a:pt x="9262" y="8546"/>
                      </a:lnTo>
                      <a:cubicBezTo>
                        <a:pt x="9232" y="8570"/>
                        <a:pt x="9221" y="8607"/>
                        <a:pt x="9234" y="8639"/>
                      </a:cubicBezTo>
                      <a:cubicBezTo>
                        <a:pt x="9264" y="8714"/>
                        <a:pt x="9379" y="8731"/>
                        <a:pt x="9436" y="8669"/>
                      </a:cubicBezTo>
                      <a:cubicBezTo>
                        <a:pt x="9491" y="8679"/>
                        <a:pt x="9547" y="8685"/>
                        <a:pt x="9603" y="8687"/>
                      </a:cubicBezTo>
                      <a:cubicBezTo>
                        <a:pt x="9667" y="8690"/>
                        <a:pt x="9732" y="8688"/>
                        <a:pt x="9795" y="8681"/>
                      </a:cubicBezTo>
                      <a:cubicBezTo>
                        <a:pt x="9818" y="8655"/>
                        <a:pt x="9820" y="8620"/>
                        <a:pt x="9802" y="8592"/>
                      </a:cubicBezTo>
                      <a:cubicBezTo>
                        <a:pt x="9758" y="8522"/>
                        <a:pt x="9641" y="8525"/>
                        <a:pt x="9600" y="8596"/>
                      </a:cubicBezTo>
                      <a:lnTo>
                        <a:pt x="9556" y="8542"/>
                      </a:lnTo>
                      <a:lnTo>
                        <a:pt x="9517" y="8371"/>
                      </a:lnTo>
                      <a:lnTo>
                        <a:pt x="9605" y="8389"/>
                      </a:lnTo>
                      <a:lnTo>
                        <a:pt x="9728" y="8348"/>
                      </a:lnTo>
                      <a:cubicBezTo>
                        <a:pt x="9730" y="8326"/>
                        <a:pt x="9730" y="8304"/>
                        <a:pt x="9728" y="8282"/>
                      </a:cubicBezTo>
                      <a:cubicBezTo>
                        <a:pt x="9726" y="8251"/>
                        <a:pt x="9721" y="8219"/>
                        <a:pt x="9712" y="8189"/>
                      </a:cubicBezTo>
                      <a:cubicBezTo>
                        <a:pt x="9684" y="8165"/>
                        <a:pt x="9656" y="8141"/>
                        <a:pt x="9629" y="8117"/>
                      </a:cubicBezTo>
                      <a:cubicBezTo>
                        <a:pt x="9593" y="8085"/>
                        <a:pt x="9557" y="8052"/>
                        <a:pt x="9523" y="8018"/>
                      </a:cubicBezTo>
                      <a:lnTo>
                        <a:pt x="9370" y="7929"/>
                      </a:lnTo>
                      <a:lnTo>
                        <a:pt x="9363" y="7811"/>
                      </a:lnTo>
                      <a:lnTo>
                        <a:pt x="9294" y="7746"/>
                      </a:lnTo>
                      <a:lnTo>
                        <a:pt x="9199" y="7764"/>
                      </a:lnTo>
                      <a:lnTo>
                        <a:pt x="9211" y="7623"/>
                      </a:lnTo>
                      <a:cubicBezTo>
                        <a:pt x="9244" y="7625"/>
                        <a:pt x="9277" y="7621"/>
                        <a:pt x="9308" y="7613"/>
                      </a:cubicBezTo>
                      <a:cubicBezTo>
                        <a:pt x="9352" y="7600"/>
                        <a:pt x="9391" y="7578"/>
                        <a:pt x="9421" y="7548"/>
                      </a:cubicBezTo>
                      <a:cubicBezTo>
                        <a:pt x="9473" y="7506"/>
                        <a:pt x="9555" y="7515"/>
                        <a:pt x="9593" y="7566"/>
                      </a:cubicBezTo>
                      <a:cubicBezTo>
                        <a:pt x="9630" y="7615"/>
                        <a:pt x="9607" y="7681"/>
                        <a:pt x="9545" y="7705"/>
                      </a:cubicBezTo>
                      <a:lnTo>
                        <a:pt x="9577" y="7828"/>
                      </a:lnTo>
                      <a:lnTo>
                        <a:pt x="9658" y="7943"/>
                      </a:lnTo>
                      <a:lnTo>
                        <a:pt x="9718" y="8047"/>
                      </a:lnTo>
                      <a:lnTo>
                        <a:pt x="9790" y="8216"/>
                      </a:lnTo>
                      <a:lnTo>
                        <a:pt x="9808" y="8277"/>
                      </a:lnTo>
                      <a:lnTo>
                        <a:pt x="9903" y="8307"/>
                      </a:lnTo>
                      <a:lnTo>
                        <a:pt x="9999" y="8418"/>
                      </a:lnTo>
                      <a:lnTo>
                        <a:pt x="10017" y="8518"/>
                      </a:lnTo>
                      <a:lnTo>
                        <a:pt x="9953" y="8571"/>
                      </a:lnTo>
                      <a:lnTo>
                        <a:pt x="9980" y="8648"/>
                      </a:lnTo>
                      <a:lnTo>
                        <a:pt x="10080" y="8603"/>
                      </a:lnTo>
                      <a:lnTo>
                        <a:pt x="10080" y="8479"/>
                      </a:lnTo>
                      <a:lnTo>
                        <a:pt x="10168" y="8474"/>
                      </a:lnTo>
                      <a:lnTo>
                        <a:pt x="10161" y="8355"/>
                      </a:lnTo>
                      <a:lnTo>
                        <a:pt x="10272" y="8307"/>
                      </a:lnTo>
                      <a:lnTo>
                        <a:pt x="10362" y="8361"/>
                      </a:lnTo>
                      <a:lnTo>
                        <a:pt x="10409" y="8421"/>
                      </a:lnTo>
                      <a:lnTo>
                        <a:pt x="10530" y="8420"/>
                      </a:lnTo>
                      <a:lnTo>
                        <a:pt x="10578" y="8372"/>
                      </a:lnTo>
                      <a:lnTo>
                        <a:pt x="10643" y="8320"/>
                      </a:lnTo>
                      <a:lnTo>
                        <a:pt x="10752" y="8266"/>
                      </a:lnTo>
                      <a:lnTo>
                        <a:pt x="10856" y="8290"/>
                      </a:lnTo>
                      <a:lnTo>
                        <a:pt x="10965" y="8361"/>
                      </a:lnTo>
                      <a:lnTo>
                        <a:pt x="11181" y="8368"/>
                      </a:lnTo>
                      <a:lnTo>
                        <a:pt x="11236" y="8290"/>
                      </a:lnTo>
                      <a:cubicBezTo>
                        <a:pt x="11264" y="8253"/>
                        <a:pt x="11302" y="8223"/>
                        <a:pt x="11347" y="8201"/>
                      </a:cubicBezTo>
                      <a:cubicBezTo>
                        <a:pt x="11422" y="8166"/>
                        <a:pt x="11510" y="8157"/>
                        <a:pt x="11591" y="8177"/>
                      </a:cubicBezTo>
                      <a:cubicBezTo>
                        <a:pt x="11622" y="8188"/>
                        <a:pt x="11645" y="8210"/>
                        <a:pt x="11654" y="8237"/>
                      </a:cubicBezTo>
                      <a:cubicBezTo>
                        <a:pt x="11678" y="8305"/>
                        <a:pt x="11615" y="8365"/>
                        <a:pt x="11587" y="8430"/>
                      </a:cubicBezTo>
                      <a:cubicBezTo>
                        <a:pt x="11561" y="8490"/>
                        <a:pt x="11566" y="8555"/>
                        <a:pt x="11561" y="8619"/>
                      </a:cubicBezTo>
                      <a:cubicBezTo>
                        <a:pt x="11558" y="8669"/>
                        <a:pt x="11547" y="8719"/>
                        <a:pt x="11531" y="8768"/>
                      </a:cubicBezTo>
                      <a:cubicBezTo>
                        <a:pt x="11539" y="8811"/>
                        <a:pt x="11544" y="8854"/>
                        <a:pt x="11545" y="8897"/>
                      </a:cubicBezTo>
                      <a:cubicBezTo>
                        <a:pt x="11546" y="8941"/>
                        <a:pt x="11544" y="8984"/>
                        <a:pt x="11538" y="9027"/>
                      </a:cubicBezTo>
                      <a:lnTo>
                        <a:pt x="11494" y="9148"/>
                      </a:lnTo>
                      <a:cubicBezTo>
                        <a:pt x="11479" y="9174"/>
                        <a:pt x="11459" y="9197"/>
                        <a:pt x="11434" y="9217"/>
                      </a:cubicBezTo>
                      <a:cubicBezTo>
                        <a:pt x="11399" y="9246"/>
                        <a:pt x="11357" y="9266"/>
                        <a:pt x="11311" y="9277"/>
                      </a:cubicBezTo>
                      <a:cubicBezTo>
                        <a:pt x="11269" y="9279"/>
                        <a:pt x="11227" y="9279"/>
                        <a:pt x="11185" y="9277"/>
                      </a:cubicBezTo>
                      <a:cubicBezTo>
                        <a:pt x="11141" y="9275"/>
                        <a:pt x="11097" y="9271"/>
                        <a:pt x="11053" y="9265"/>
                      </a:cubicBezTo>
                      <a:lnTo>
                        <a:pt x="10926" y="9271"/>
                      </a:lnTo>
                      <a:lnTo>
                        <a:pt x="10687" y="9309"/>
                      </a:lnTo>
                      <a:lnTo>
                        <a:pt x="10621" y="9380"/>
                      </a:lnTo>
                      <a:lnTo>
                        <a:pt x="10437" y="9414"/>
                      </a:lnTo>
                      <a:lnTo>
                        <a:pt x="10300" y="9420"/>
                      </a:lnTo>
                      <a:lnTo>
                        <a:pt x="10112" y="9354"/>
                      </a:lnTo>
                      <a:lnTo>
                        <a:pt x="9997" y="9324"/>
                      </a:lnTo>
                      <a:lnTo>
                        <a:pt x="9811" y="9263"/>
                      </a:lnTo>
                      <a:lnTo>
                        <a:pt x="9562" y="9263"/>
                      </a:lnTo>
                      <a:lnTo>
                        <a:pt x="9360" y="9251"/>
                      </a:lnTo>
                      <a:lnTo>
                        <a:pt x="9244" y="9169"/>
                      </a:lnTo>
                      <a:lnTo>
                        <a:pt x="9108" y="9128"/>
                      </a:lnTo>
                      <a:lnTo>
                        <a:pt x="8892" y="9134"/>
                      </a:lnTo>
                      <a:cubicBezTo>
                        <a:pt x="8877" y="9154"/>
                        <a:pt x="8861" y="9173"/>
                        <a:pt x="8843" y="9191"/>
                      </a:cubicBezTo>
                      <a:cubicBezTo>
                        <a:pt x="8802" y="9233"/>
                        <a:pt x="8752" y="9269"/>
                        <a:pt x="8725" y="9319"/>
                      </a:cubicBezTo>
                      <a:cubicBezTo>
                        <a:pt x="8704" y="9356"/>
                        <a:pt x="8698" y="9398"/>
                        <a:pt x="8676" y="9434"/>
                      </a:cubicBezTo>
                      <a:cubicBezTo>
                        <a:pt x="8653" y="9472"/>
                        <a:pt x="8615" y="9502"/>
                        <a:pt x="8569" y="9518"/>
                      </a:cubicBezTo>
                      <a:cubicBezTo>
                        <a:pt x="8531" y="9533"/>
                        <a:pt x="8490" y="9545"/>
                        <a:pt x="8449" y="9551"/>
                      </a:cubicBezTo>
                      <a:cubicBezTo>
                        <a:pt x="8390" y="9561"/>
                        <a:pt x="8331" y="9561"/>
                        <a:pt x="8272" y="9551"/>
                      </a:cubicBezTo>
                      <a:lnTo>
                        <a:pt x="8140" y="9498"/>
                      </a:lnTo>
                      <a:lnTo>
                        <a:pt x="8029" y="9450"/>
                      </a:lnTo>
                      <a:cubicBezTo>
                        <a:pt x="7975" y="9422"/>
                        <a:pt x="7919" y="9397"/>
                        <a:pt x="7862" y="9374"/>
                      </a:cubicBezTo>
                      <a:cubicBezTo>
                        <a:pt x="7799" y="9349"/>
                        <a:pt x="7734" y="9327"/>
                        <a:pt x="7672" y="9301"/>
                      </a:cubicBezTo>
                      <a:cubicBezTo>
                        <a:pt x="7621" y="9280"/>
                        <a:pt x="7571" y="9257"/>
                        <a:pt x="7523" y="9231"/>
                      </a:cubicBezTo>
                      <a:lnTo>
                        <a:pt x="7310" y="9178"/>
                      </a:lnTo>
                      <a:lnTo>
                        <a:pt x="7080" y="9172"/>
                      </a:lnTo>
                      <a:lnTo>
                        <a:pt x="6883" y="9066"/>
                      </a:lnTo>
                      <a:lnTo>
                        <a:pt x="6783" y="8975"/>
                      </a:lnTo>
                      <a:lnTo>
                        <a:pt x="6688" y="8886"/>
                      </a:lnTo>
                      <a:lnTo>
                        <a:pt x="6542" y="8904"/>
                      </a:lnTo>
                      <a:lnTo>
                        <a:pt x="6584" y="8826"/>
                      </a:lnTo>
                      <a:lnTo>
                        <a:pt x="6743" y="8789"/>
                      </a:lnTo>
                      <a:lnTo>
                        <a:pt x="6771" y="8660"/>
                      </a:lnTo>
                      <a:lnTo>
                        <a:pt x="6668" y="8527"/>
                      </a:lnTo>
                      <a:lnTo>
                        <a:pt x="6675" y="8463"/>
                      </a:lnTo>
                      <a:lnTo>
                        <a:pt x="6768" y="8342"/>
                      </a:lnTo>
                      <a:lnTo>
                        <a:pt x="6788" y="8231"/>
                      </a:lnTo>
                      <a:lnTo>
                        <a:pt x="6680" y="8231"/>
                      </a:lnTo>
                      <a:lnTo>
                        <a:pt x="6594" y="8196"/>
                      </a:lnTo>
                      <a:lnTo>
                        <a:pt x="6481" y="8150"/>
                      </a:lnTo>
                      <a:cubicBezTo>
                        <a:pt x="6412" y="8162"/>
                        <a:pt x="6343" y="8172"/>
                        <a:pt x="6274" y="8180"/>
                      </a:cubicBezTo>
                      <a:cubicBezTo>
                        <a:pt x="6150" y="8194"/>
                        <a:pt x="6025" y="8201"/>
                        <a:pt x="5900" y="8202"/>
                      </a:cubicBezTo>
                      <a:cubicBezTo>
                        <a:pt x="5805" y="8232"/>
                        <a:pt x="5704" y="8248"/>
                        <a:pt x="5603" y="8248"/>
                      </a:cubicBezTo>
                      <a:cubicBezTo>
                        <a:pt x="5489" y="8249"/>
                        <a:pt x="5376" y="8231"/>
                        <a:pt x="5270" y="8196"/>
                      </a:cubicBezTo>
                      <a:lnTo>
                        <a:pt x="5193" y="8196"/>
                      </a:lnTo>
                      <a:lnTo>
                        <a:pt x="5146" y="8242"/>
                      </a:lnTo>
                      <a:lnTo>
                        <a:pt x="5079" y="8260"/>
                      </a:lnTo>
                      <a:lnTo>
                        <a:pt x="4991" y="8252"/>
                      </a:lnTo>
                      <a:lnTo>
                        <a:pt x="4864" y="8240"/>
                      </a:lnTo>
                      <a:lnTo>
                        <a:pt x="4787" y="8246"/>
                      </a:lnTo>
                      <a:lnTo>
                        <a:pt x="4657" y="8281"/>
                      </a:lnTo>
                      <a:cubicBezTo>
                        <a:pt x="4570" y="8294"/>
                        <a:pt x="4482" y="8306"/>
                        <a:pt x="4395" y="8317"/>
                      </a:cubicBezTo>
                      <a:cubicBezTo>
                        <a:pt x="4323" y="8326"/>
                        <a:pt x="4251" y="8334"/>
                        <a:pt x="4179" y="8341"/>
                      </a:cubicBezTo>
                      <a:lnTo>
                        <a:pt x="3952" y="8347"/>
                      </a:lnTo>
                      <a:lnTo>
                        <a:pt x="3820" y="8347"/>
                      </a:lnTo>
                      <a:cubicBezTo>
                        <a:pt x="3784" y="8349"/>
                        <a:pt x="3748" y="8351"/>
                        <a:pt x="3713" y="8353"/>
                      </a:cubicBezTo>
                      <a:cubicBezTo>
                        <a:pt x="3654" y="8356"/>
                        <a:pt x="3595" y="8358"/>
                        <a:pt x="3536" y="8359"/>
                      </a:cubicBezTo>
                      <a:lnTo>
                        <a:pt x="3437" y="8315"/>
                      </a:lnTo>
                      <a:lnTo>
                        <a:pt x="3340" y="8305"/>
                      </a:lnTo>
                      <a:lnTo>
                        <a:pt x="3278" y="8335"/>
                      </a:lnTo>
                      <a:lnTo>
                        <a:pt x="3238" y="8407"/>
                      </a:lnTo>
                      <a:lnTo>
                        <a:pt x="3141" y="8472"/>
                      </a:lnTo>
                      <a:lnTo>
                        <a:pt x="3004" y="8506"/>
                      </a:lnTo>
                      <a:lnTo>
                        <a:pt x="2927" y="8536"/>
                      </a:lnTo>
                      <a:cubicBezTo>
                        <a:pt x="2874" y="8552"/>
                        <a:pt x="2823" y="8573"/>
                        <a:pt x="2774" y="8597"/>
                      </a:cubicBezTo>
                      <a:cubicBezTo>
                        <a:pt x="2733" y="8618"/>
                        <a:pt x="2694" y="8641"/>
                        <a:pt x="2657" y="8667"/>
                      </a:cubicBezTo>
                      <a:lnTo>
                        <a:pt x="2544" y="8743"/>
                      </a:lnTo>
                      <a:lnTo>
                        <a:pt x="2433" y="8802"/>
                      </a:lnTo>
                      <a:lnTo>
                        <a:pt x="2405" y="8893"/>
                      </a:lnTo>
                      <a:lnTo>
                        <a:pt x="2385" y="8969"/>
                      </a:lnTo>
                      <a:lnTo>
                        <a:pt x="2357" y="9078"/>
                      </a:lnTo>
                      <a:lnTo>
                        <a:pt x="2344" y="9136"/>
                      </a:lnTo>
                      <a:lnTo>
                        <a:pt x="2316" y="9215"/>
                      </a:lnTo>
                      <a:lnTo>
                        <a:pt x="2250" y="9333"/>
                      </a:lnTo>
                      <a:lnTo>
                        <a:pt x="2132" y="9386"/>
                      </a:lnTo>
                      <a:lnTo>
                        <a:pt x="2070" y="9446"/>
                      </a:lnTo>
                      <a:lnTo>
                        <a:pt x="1927" y="9485"/>
                      </a:lnTo>
                      <a:cubicBezTo>
                        <a:pt x="1902" y="9497"/>
                        <a:pt x="1875" y="9507"/>
                        <a:pt x="1848" y="9515"/>
                      </a:cubicBezTo>
                      <a:cubicBezTo>
                        <a:pt x="1778" y="9536"/>
                        <a:pt x="1706" y="9547"/>
                        <a:pt x="1632" y="9549"/>
                      </a:cubicBezTo>
                      <a:cubicBezTo>
                        <a:pt x="1601" y="9560"/>
                        <a:pt x="1573" y="9576"/>
                        <a:pt x="1550" y="9596"/>
                      </a:cubicBezTo>
                      <a:cubicBezTo>
                        <a:pt x="1510" y="9631"/>
                        <a:pt x="1486" y="9676"/>
                        <a:pt x="1480" y="9724"/>
                      </a:cubicBezTo>
                      <a:lnTo>
                        <a:pt x="1397" y="9805"/>
                      </a:lnTo>
                      <a:cubicBezTo>
                        <a:pt x="1377" y="9829"/>
                        <a:pt x="1353" y="9851"/>
                        <a:pt x="1327" y="9871"/>
                      </a:cubicBezTo>
                      <a:cubicBezTo>
                        <a:pt x="1287" y="9901"/>
                        <a:pt x="1241" y="9925"/>
                        <a:pt x="1201" y="9956"/>
                      </a:cubicBezTo>
                      <a:cubicBezTo>
                        <a:pt x="1138" y="10007"/>
                        <a:pt x="1094" y="10072"/>
                        <a:pt x="1040" y="10130"/>
                      </a:cubicBezTo>
                      <a:cubicBezTo>
                        <a:pt x="1009" y="10164"/>
                        <a:pt x="973" y="10195"/>
                        <a:pt x="935" y="10223"/>
                      </a:cubicBezTo>
                      <a:lnTo>
                        <a:pt x="753" y="10376"/>
                      </a:lnTo>
                      <a:lnTo>
                        <a:pt x="648" y="10441"/>
                      </a:lnTo>
                      <a:lnTo>
                        <a:pt x="578" y="10530"/>
                      </a:lnTo>
                      <a:lnTo>
                        <a:pt x="458" y="10707"/>
                      </a:lnTo>
                      <a:lnTo>
                        <a:pt x="382" y="10802"/>
                      </a:lnTo>
                      <a:lnTo>
                        <a:pt x="333" y="10927"/>
                      </a:lnTo>
                      <a:lnTo>
                        <a:pt x="410" y="10995"/>
                      </a:lnTo>
                      <a:lnTo>
                        <a:pt x="473" y="11120"/>
                      </a:lnTo>
                      <a:lnTo>
                        <a:pt x="480" y="11270"/>
                      </a:lnTo>
                      <a:lnTo>
                        <a:pt x="466" y="11419"/>
                      </a:lnTo>
                      <a:lnTo>
                        <a:pt x="396" y="11530"/>
                      </a:lnTo>
                      <a:lnTo>
                        <a:pt x="349" y="11709"/>
                      </a:lnTo>
                      <a:lnTo>
                        <a:pt x="308" y="11811"/>
                      </a:lnTo>
                      <a:lnTo>
                        <a:pt x="254" y="11891"/>
                      </a:lnTo>
                      <a:cubicBezTo>
                        <a:pt x="227" y="11921"/>
                        <a:pt x="198" y="11951"/>
                        <a:pt x="168" y="11980"/>
                      </a:cubicBezTo>
                      <a:cubicBezTo>
                        <a:pt x="116" y="12030"/>
                        <a:pt x="60" y="12078"/>
                        <a:pt x="0" y="12123"/>
                      </a:cubicBezTo>
                      <a:lnTo>
                        <a:pt x="0" y="12208"/>
                      </a:lnTo>
                      <a:lnTo>
                        <a:pt x="124" y="12302"/>
                      </a:lnTo>
                      <a:lnTo>
                        <a:pt x="173" y="12529"/>
                      </a:lnTo>
                      <a:lnTo>
                        <a:pt x="201" y="12674"/>
                      </a:lnTo>
                      <a:lnTo>
                        <a:pt x="233" y="12738"/>
                      </a:lnTo>
                      <a:lnTo>
                        <a:pt x="280" y="12867"/>
                      </a:lnTo>
                      <a:lnTo>
                        <a:pt x="319" y="12955"/>
                      </a:lnTo>
                      <a:lnTo>
                        <a:pt x="375" y="13042"/>
                      </a:lnTo>
                      <a:lnTo>
                        <a:pt x="416" y="13209"/>
                      </a:lnTo>
                      <a:lnTo>
                        <a:pt x="483" y="13312"/>
                      </a:lnTo>
                      <a:lnTo>
                        <a:pt x="553" y="13407"/>
                      </a:lnTo>
                      <a:lnTo>
                        <a:pt x="685" y="13467"/>
                      </a:lnTo>
                      <a:lnTo>
                        <a:pt x="697" y="13560"/>
                      </a:lnTo>
                      <a:lnTo>
                        <a:pt x="683" y="13628"/>
                      </a:lnTo>
                      <a:lnTo>
                        <a:pt x="708" y="13697"/>
                      </a:lnTo>
                      <a:lnTo>
                        <a:pt x="755" y="13827"/>
                      </a:lnTo>
                      <a:lnTo>
                        <a:pt x="775" y="13921"/>
                      </a:lnTo>
                      <a:lnTo>
                        <a:pt x="887" y="13973"/>
                      </a:lnTo>
                      <a:lnTo>
                        <a:pt x="1070" y="14168"/>
                      </a:lnTo>
                      <a:lnTo>
                        <a:pt x="1119" y="14322"/>
                      </a:lnTo>
                      <a:lnTo>
                        <a:pt x="1210" y="14412"/>
                      </a:lnTo>
                      <a:lnTo>
                        <a:pt x="1326" y="14511"/>
                      </a:lnTo>
                      <a:lnTo>
                        <a:pt x="1500" y="14637"/>
                      </a:lnTo>
                      <a:lnTo>
                        <a:pt x="1661" y="14726"/>
                      </a:lnTo>
                      <a:lnTo>
                        <a:pt x="1870" y="14780"/>
                      </a:lnTo>
                      <a:lnTo>
                        <a:pt x="2000" y="14762"/>
                      </a:lnTo>
                      <a:lnTo>
                        <a:pt x="2176" y="14726"/>
                      </a:lnTo>
                      <a:lnTo>
                        <a:pt x="2450" y="14693"/>
                      </a:lnTo>
                      <a:cubicBezTo>
                        <a:pt x="2546" y="14679"/>
                        <a:pt x="2643" y="14683"/>
                        <a:pt x="2736" y="14704"/>
                      </a:cubicBezTo>
                      <a:cubicBezTo>
                        <a:pt x="2826" y="14725"/>
                        <a:pt x="2910" y="14762"/>
                        <a:pt x="2982" y="14811"/>
                      </a:cubicBezTo>
                      <a:lnTo>
                        <a:pt x="3156" y="14815"/>
                      </a:lnTo>
                      <a:lnTo>
                        <a:pt x="3344" y="14815"/>
                      </a:lnTo>
                      <a:lnTo>
                        <a:pt x="3553" y="14779"/>
                      </a:lnTo>
                      <a:lnTo>
                        <a:pt x="3802" y="14726"/>
                      </a:lnTo>
                      <a:lnTo>
                        <a:pt x="3976" y="14680"/>
                      </a:lnTo>
                      <a:cubicBezTo>
                        <a:pt x="4042" y="14682"/>
                        <a:pt x="4109" y="14679"/>
                        <a:pt x="4175" y="14670"/>
                      </a:cubicBezTo>
                      <a:cubicBezTo>
                        <a:pt x="4231" y="14663"/>
                        <a:pt x="4287" y="14651"/>
                        <a:pt x="4340" y="14636"/>
                      </a:cubicBezTo>
                      <a:cubicBezTo>
                        <a:pt x="4389" y="14640"/>
                        <a:pt x="4438" y="14640"/>
                        <a:pt x="4486" y="14636"/>
                      </a:cubicBezTo>
                      <a:cubicBezTo>
                        <a:pt x="4525" y="14633"/>
                        <a:pt x="4565" y="14627"/>
                        <a:pt x="4603" y="14636"/>
                      </a:cubicBezTo>
                      <a:cubicBezTo>
                        <a:pt x="4642" y="14646"/>
                        <a:pt x="4675" y="14670"/>
                        <a:pt x="4691" y="14702"/>
                      </a:cubicBezTo>
                      <a:lnTo>
                        <a:pt x="4886" y="14776"/>
                      </a:lnTo>
                      <a:lnTo>
                        <a:pt x="4944" y="14899"/>
                      </a:lnTo>
                      <a:lnTo>
                        <a:pt x="5006" y="14964"/>
                      </a:lnTo>
                      <a:lnTo>
                        <a:pt x="5089" y="15071"/>
                      </a:lnTo>
                      <a:lnTo>
                        <a:pt x="5286" y="15130"/>
                      </a:lnTo>
                      <a:lnTo>
                        <a:pt x="5532" y="15138"/>
                      </a:lnTo>
                      <a:lnTo>
                        <a:pt x="5669" y="15099"/>
                      </a:lnTo>
                      <a:lnTo>
                        <a:pt x="5810" y="15111"/>
                      </a:lnTo>
                      <a:lnTo>
                        <a:pt x="5952" y="15169"/>
                      </a:lnTo>
                      <a:lnTo>
                        <a:pt x="6087" y="15248"/>
                      </a:lnTo>
                      <a:lnTo>
                        <a:pt x="6098" y="15379"/>
                      </a:lnTo>
                      <a:lnTo>
                        <a:pt x="6070" y="15469"/>
                      </a:lnTo>
                      <a:lnTo>
                        <a:pt x="6063" y="15574"/>
                      </a:lnTo>
                      <a:lnTo>
                        <a:pt x="6042" y="15695"/>
                      </a:lnTo>
                      <a:lnTo>
                        <a:pt x="5973" y="15778"/>
                      </a:lnTo>
                      <a:lnTo>
                        <a:pt x="6024" y="15907"/>
                      </a:lnTo>
                      <a:lnTo>
                        <a:pt x="6038" y="16048"/>
                      </a:lnTo>
                      <a:lnTo>
                        <a:pt x="5948" y="16122"/>
                      </a:lnTo>
                      <a:lnTo>
                        <a:pt x="5892" y="16211"/>
                      </a:lnTo>
                      <a:lnTo>
                        <a:pt x="5927" y="16344"/>
                      </a:lnTo>
                      <a:lnTo>
                        <a:pt x="6121" y="16481"/>
                      </a:lnTo>
                      <a:lnTo>
                        <a:pt x="6209" y="16630"/>
                      </a:lnTo>
                      <a:lnTo>
                        <a:pt x="6307" y="16725"/>
                      </a:lnTo>
                      <a:lnTo>
                        <a:pt x="6421" y="16792"/>
                      </a:lnTo>
                      <a:lnTo>
                        <a:pt x="6520" y="16894"/>
                      </a:lnTo>
                      <a:cubicBezTo>
                        <a:pt x="6552" y="16929"/>
                        <a:pt x="6583" y="16964"/>
                        <a:pt x="6613" y="17001"/>
                      </a:cubicBezTo>
                      <a:cubicBezTo>
                        <a:pt x="6645" y="17040"/>
                        <a:pt x="6676" y="17080"/>
                        <a:pt x="6706" y="17120"/>
                      </a:cubicBezTo>
                      <a:cubicBezTo>
                        <a:pt x="6719" y="17160"/>
                        <a:pt x="6732" y="17200"/>
                        <a:pt x="6745" y="17239"/>
                      </a:cubicBezTo>
                      <a:cubicBezTo>
                        <a:pt x="6759" y="17282"/>
                        <a:pt x="6772" y="17324"/>
                        <a:pt x="6785" y="17367"/>
                      </a:cubicBezTo>
                      <a:lnTo>
                        <a:pt x="6861" y="17424"/>
                      </a:lnTo>
                      <a:lnTo>
                        <a:pt x="6914" y="17495"/>
                      </a:lnTo>
                      <a:lnTo>
                        <a:pt x="7019" y="17610"/>
                      </a:lnTo>
                      <a:lnTo>
                        <a:pt x="7103" y="17709"/>
                      </a:lnTo>
                      <a:lnTo>
                        <a:pt x="7020" y="17803"/>
                      </a:lnTo>
                      <a:lnTo>
                        <a:pt x="7055" y="17912"/>
                      </a:lnTo>
                      <a:lnTo>
                        <a:pt x="7159" y="18034"/>
                      </a:lnTo>
                      <a:lnTo>
                        <a:pt x="7180" y="18109"/>
                      </a:lnTo>
                      <a:lnTo>
                        <a:pt x="7215" y="18264"/>
                      </a:lnTo>
                      <a:lnTo>
                        <a:pt x="7187" y="18379"/>
                      </a:lnTo>
                      <a:lnTo>
                        <a:pt x="7110" y="18491"/>
                      </a:lnTo>
                      <a:lnTo>
                        <a:pt x="7053" y="18566"/>
                      </a:lnTo>
                      <a:lnTo>
                        <a:pt x="6958" y="18645"/>
                      </a:lnTo>
                      <a:lnTo>
                        <a:pt x="6904" y="18724"/>
                      </a:lnTo>
                      <a:lnTo>
                        <a:pt x="6863" y="18828"/>
                      </a:lnTo>
                      <a:lnTo>
                        <a:pt x="6856" y="18937"/>
                      </a:lnTo>
                      <a:lnTo>
                        <a:pt x="6835" y="19059"/>
                      </a:lnTo>
                      <a:lnTo>
                        <a:pt x="6796" y="19226"/>
                      </a:lnTo>
                      <a:lnTo>
                        <a:pt x="6810" y="19304"/>
                      </a:lnTo>
                      <a:lnTo>
                        <a:pt x="6865" y="19391"/>
                      </a:lnTo>
                      <a:lnTo>
                        <a:pt x="6879" y="19461"/>
                      </a:lnTo>
                      <a:lnTo>
                        <a:pt x="6956" y="19564"/>
                      </a:lnTo>
                      <a:lnTo>
                        <a:pt x="7053" y="19660"/>
                      </a:lnTo>
                      <a:lnTo>
                        <a:pt x="7135" y="19773"/>
                      </a:lnTo>
                      <a:lnTo>
                        <a:pt x="7218" y="19827"/>
                      </a:lnTo>
                      <a:lnTo>
                        <a:pt x="7309" y="19914"/>
                      </a:lnTo>
                      <a:lnTo>
                        <a:pt x="7367" y="19996"/>
                      </a:lnTo>
                      <a:lnTo>
                        <a:pt x="7427" y="20119"/>
                      </a:lnTo>
                      <a:lnTo>
                        <a:pt x="7490" y="20243"/>
                      </a:lnTo>
                      <a:lnTo>
                        <a:pt x="7529" y="20344"/>
                      </a:lnTo>
                      <a:lnTo>
                        <a:pt x="7622" y="20503"/>
                      </a:lnTo>
                      <a:lnTo>
                        <a:pt x="7691" y="20660"/>
                      </a:lnTo>
                      <a:lnTo>
                        <a:pt x="7761" y="20760"/>
                      </a:lnTo>
                      <a:lnTo>
                        <a:pt x="7831" y="20819"/>
                      </a:lnTo>
                      <a:lnTo>
                        <a:pt x="7928" y="20885"/>
                      </a:lnTo>
                      <a:cubicBezTo>
                        <a:pt x="7964" y="20903"/>
                        <a:pt x="8001" y="20920"/>
                        <a:pt x="8037" y="20938"/>
                      </a:cubicBezTo>
                      <a:cubicBezTo>
                        <a:pt x="8088" y="20963"/>
                        <a:pt x="8139" y="20988"/>
                        <a:pt x="8191" y="21012"/>
                      </a:cubicBezTo>
                      <a:lnTo>
                        <a:pt x="8295" y="21078"/>
                      </a:lnTo>
                      <a:lnTo>
                        <a:pt x="8399" y="21173"/>
                      </a:lnTo>
                      <a:lnTo>
                        <a:pt x="8411" y="21314"/>
                      </a:lnTo>
                      <a:lnTo>
                        <a:pt x="8332" y="21342"/>
                      </a:lnTo>
                      <a:lnTo>
                        <a:pt x="8328" y="21451"/>
                      </a:lnTo>
                      <a:lnTo>
                        <a:pt x="8412" y="21499"/>
                      </a:lnTo>
                      <a:lnTo>
                        <a:pt x="8560" y="21539"/>
                      </a:lnTo>
                      <a:lnTo>
                        <a:pt x="8774" y="21600"/>
                      </a:lnTo>
                      <a:lnTo>
                        <a:pt x="8862" y="21576"/>
                      </a:lnTo>
                      <a:lnTo>
                        <a:pt x="8961" y="21547"/>
                      </a:lnTo>
                      <a:lnTo>
                        <a:pt x="9243" y="21529"/>
                      </a:lnTo>
                      <a:lnTo>
                        <a:pt x="9498" y="21517"/>
                      </a:lnTo>
                      <a:lnTo>
                        <a:pt x="9692" y="21483"/>
                      </a:lnTo>
                      <a:lnTo>
                        <a:pt x="9881" y="21447"/>
                      </a:lnTo>
                      <a:lnTo>
                        <a:pt x="10078" y="21419"/>
                      </a:lnTo>
                      <a:cubicBezTo>
                        <a:pt x="10139" y="21407"/>
                        <a:pt x="10198" y="21389"/>
                        <a:pt x="10255" y="21368"/>
                      </a:cubicBezTo>
                      <a:cubicBezTo>
                        <a:pt x="10310" y="21346"/>
                        <a:pt x="10363" y="21321"/>
                        <a:pt x="10413" y="21292"/>
                      </a:cubicBezTo>
                      <a:lnTo>
                        <a:pt x="10545" y="21208"/>
                      </a:lnTo>
                      <a:lnTo>
                        <a:pt x="10773" y="21131"/>
                      </a:lnTo>
                      <a:lnTo>
                        <a:pt x="10928" y="21033"/>
                      </a:lnTo>
                      <a:lnTo>
                        <a:pt x="11037" y="20942"/>
                      </a:lnTo>
                      <a:lnTo>
                        <a:pt x="11127" y="20799"/>
                      </a:lnTo>
                      <a:lnTo>
                        <a:pt x="11259" y="20775"/>
                      </a:lnTo>
                      <a:lnTo>
                        <a:pt x="11371" y="20680"/>
                      </a:lnTo>
                      <a:lnTo>
                        <a:pt x="11426" y="20596"/>
                      </a:lnTo>
                      <a:lnTo>
                        <a:pt x="11538" y="20483"/>
                      </a:lnTo>
                      <a:lnTo>
                        <a:pt x="11538" y="20378"/>
                      </a:lnTo>
                      <a:lnTo>
                        <a:pt x="11540" y="20300"/>
                      </a:lnTo>
                      <a:lnTo>
                        <a:pt x="11630" y="20265"/>
                      </a:lnTo>
                      <a:lnTo>
                        <a:pt x="11965" y="20190"/>
                      </a:lnTo>
                      <a:lnTo>
                        <a:pt x="12132" y="20102"/>
                      </a:lnTo>
                      <a:lnTo>
                        <a:pt x="12222" y="19905"/>
                      </a:lnTo>
                      <a:lnTo>
                        <a:pt x="12208" y="19724"/>
                      </a:lnTo>
                      <a:lnTo>
                        <a:pt x="12064" y="19533"/>
                      </a:lnTo>
                      <a:lnTo>
                        <a:pt x="12222" y="19388"/>
                      </a:lnTo>
                      <a:cubicBezTo>
                        <a:pt x="12277" y="19340"/>
                        <a:pt x="12336" y="19297"/>
                        <a:pt x="12399" y="19258"/>
                      </a:cubicBezTo>
                      <a:cubicBezTo>
                        <a:pt x="12502" y="19195"/>
                        <a:pt x="12616" y="19146"/>
                        <a:pt x="12736" y="19111"/>
                      </a:cubicBezTo>
                      <a:lnTo>
                        <a:pt x="12833" y="19025"/>
                      </a:lnTo>
                      <a:lnTo>
                        <a:pt x="13049" y="18896"/>
                      </a:lnTo>
                      <a:lnTo>
                        <a:pt x="13133" y="18843"/>
                      </a:lnTo>
                      <a:cubicBezTo>
                        <a:pt x="13215" y="18829"/>
                        <a:pt x="13288" y="18789"/>
                        <a:pt x="13337" y="18731"/>
                      </a:cubicBezTo>
                      <a:cubicBezTo>
                        <a:pt x="13391" y="18668"/>
                        <a:pt x="13412" y="18589"/>
                        <a:pt x="13395" y="18513"/>
                      </a:cubicBezTo>
                      <a:cubicBezTo>
                        <a:pt x="13389" y="18441"/>
                        <a:pt x="13395" y="18368"/>
                        <a:pt x="13414" y="18298"/>
                      </a:cubicBezTo>
                      <a:cubicBezTo>
                        <a:pt x="13434" y="18225"/>
                        <a:pt x="13466" y="18155"/>
                        <a:pt x="13490" y="18083"/>
                      </a:cubicBezTo>
                      <a:cubicBezTo>
                        <a:pt x="13516" y="18007"/>
                        <a:pt x="13531" y="17928"/>
                        <a:pt x="13544" y="17849"/>
                      </a:cubicBezTo>
                      <a:cubicBezTo>
                        <a:pt x="13552" y="17798"/>
                        <a:pt x="13559" y="17748"/>
                        <a:pt x="13564" y="17697"/>
                      </a:cubicBezTo>
                      <a:lnTo>
                        <a:pt x="13484" y="17640"/>
                      </a:lnTo>
                      <a:lnTo>
                        <a:pt x="13410" y="17599"/>
                      </a:lnTo>
                      <a:lnTo>
                        <a:pt x="13365" y="17438"/>
                      </a:lnTo>
                      <a:lnTo>
                        <a:pt x="13332" y="17341"/>
                      </a:lnTo>
                      <a:lnTo>
                        <a:pt x="13444" y="17289"/>
                      </a:lnTo>
                      <a:cubicBezTo>
                        <a:pt x="13492" y="17270"/>
                        <a:pt x="13494" y="17212"/>
                        <a:pt x="13449" y="17190"/>
                      </a:cubicBezTo>
                      <a:cubicBezTo>
                        <a:pt x="13413" y="17172"/>
                        <a:pt x="13369" y="17192"/>
                        <a:pt x="13330" y="17184"/>
                      </a:cubicBezTo>
                      <a:cubicBezTo>
                        <a:pt x="13251" y="17167"/>
                        <a:pt x="13235" y="17077"/>
                        <a:pt x="13305" y="17040"/>
                      </a:cubicBezTo>
                      <a:lnTo>
                        <a:pt x="13377" y="16965"/>
                      </a:lnTo>
                      <a:lnTo>
                        <a:pt x="13404" y="16860"/>
                      </a:lnTo>
                      <a:lnTo>
                        <a:pt x="13323" y="16836"/>
                      </a:lnTo>
                      <a:lnTo>
                        <a:pt x="13307" y="16707"/>
                      </a:lnTo>
                      <a:lnTo>
                        <a:pt x="13395" y="16562"/>
                      </a:lnTo>
                      <a:cubicBezTo>
                        <a:pt x="13439" y="16525"/>
                        <a:pt x="13477" y="16485"/>
                        <a:pt x="13511" y="16441"/>
                      </a:cubicBezTo>
                      <a:cubicBezTo>
                        <a:pt x="13539" y="16405"/>
                        <a:pt x="13563" y="16367"/>
                        <a:pt x="13583" y="16327"/>
                      </a:cubicBezTo>
                      <a:lnTo>
                        <a:pt x="13647" y="16228"/>
                      </a:lnTo>
                      <a:lnTo>
                        <a:pt x="13754" y="16125"/>
                      </a:lnTo>
                      <a:lnTo>
                        <a:pt x="13863" y="16006"/>
                      </a:lnTo>
                      <a:lnTo>
                        <a:pt x="13956" y="15887"/>
                      </a:lnTo>
                      <a:lnTo>
                        <a:pt x="14083" y="15678"/>
                      </a:lnTo>
                      <a:lnTo>
                        <a:pt x="14215" y="15532"/>
                      </a:lnTo>
                      <a:lnTo>
                        <a:pt x="14331" y="15359"/>
                      </a:lnTo>
                      <a:lnTo>
                        <a:pt x="14422" y="15283"/>
                      </a:lnTo>
                      <a:lnTo>
                        <a:pt x="14547" y="15206"/>
                      </a:lnTo>
                      <a:lnTo>
                        <a:pt x="14658" y="15122"/>
                      </a:lnTo>
                      <a:lnTo>
                        <a:pt x="14749" y="15045"/>
                      </a:lnTo>
                      <a:cubicBezTo>
                        <a:pt x="14775" y="15011"/>
                        <a:pt x="14803" y="14978"/>
                        <a:pt x="14832" y="14946"/>
                      </a:cubicBezTo>
                      <a:cubicBezTo>
                        <a:pt x="14875" y="14898"/>
                        <a:pt x="14921" y="14853"/>
                        <a:pt x="14969" y="14810"/>
                      </a:cubicBezTo>
                      <a:lnTo>
                        <a:pt x="15034" y="14723"/>
                      </a:lnTo>
                      <a:lnTo>
                        <a:pt x="15111" y="14567"/>
                      </a:lnTo>
                      <a:lnTo>
                        <a:pt x="15245" y="14434"/>
                      </a:lnTo>
                      <a:lnTo>
                        <a:pt x="15334" y="14263"/>
                      </a:lnTo>
                      <a:lnTo>
                        <a:pt x="15369" y="14175"/>
                      </a:lnTo>
                      <a:lnTo>
                        <a:pt x="15399" y="13980"/>
                      </a:lnTo>
                      <a:lnTo>
                        <a:pt x="15468" y="13887"/>
                      </a:lnTo>
                      <a:lnTo>
                        <a:pt x="15512" y="13797"/>
                      </a:lnTo>
                      <a:lnTo>
                        <a:pt x="15540" y="13670"/>
                      </a:lnTo>
                      <a:lnTo>
                        <a:pt x="15603" y="13529"/>
                      </a:lnTo>
                      <a:lnTo>
                        <a:pt x="15624" y="13405"/>
                      </a:lnTo>
                      <a:lnTo>
                        <a:pt x="15644" y="13286"/>
                      </a:lnTo>
                      <a:lnTo>
                        <a:pt x="15703" y="13151"/>
                      </a:lnTo>
                      <a:lnTo>
                        <a:pt x="15782" y="13105"/>
                      </a:lnTo>
                      <a:lnTo>
                        <a:pt x="15782" y="13024"/>
                      </a:lnTo>
                      <a:lnTo>
                        <a:pt x="15719" y="12970"/>
                      </a:lnTo>
                      <a:lnTo>
                        <a:pt x="15719" y="12813"/>
                      </a:lnTo>
                      <a:lnTo>
                        <a:pt x="15642" y="12729"/>
                      </a:lnTo>
                      <a:lnTo>
                        <a:pt x="15508" y="12829"/>
                      </a:lnTo>
                      <a:lnTo>
                        <a:pt x="15376" y="12932"/>
                      </a:lnTo>
                      <a:lnTo>
                        <a:pt x="15128" y="13010"/>
                      </a:lnTo>
                      <a:lnTo>
                        <a:pt x="14926" y="13081"/>
                      </a:lnTo>
                      <a:lnTo>
                        <a:pt x="14626" y="13196"/>
                      </a:lnTo>
                      <a:lnTo>
                        <a:pt x="14417" y="13304"/>
                      </a:lnTo>
                      <a:lnTo>
                        <a:pt x="14322" y="13326"/>
                      </a:lnTo>
                      <a:lnTo>
                        <a:pt x="14218" y="13248"/>
                      </a:lnTo>
                      <a:lnTo>
                        <a:pt x="14088" y="13195"/>
                      </a:lnTo>
                      <a:cubicBezTo>
                        <a:pt x="14049" y="13191"/>
                        <a:pt x="14016" y="13167"/>
                        <a:pt x="14004" y="13135"/>
                      </a:cubicBezTo>
                      <a:cubicBezTo>
                        <a:pt x="13989" y="13092"/>
                        <a:pt x="14013" y="13046"/>
                        <a:pt x="14060" y="13028"/>
                      </a:cubicBezTo>
                      <a:lnTo>
                        <a:pt x="13953" y="12912"/>
                      </a:lnTo>
                      <a:lnTo>
                        <a:pt x="13847" y="12751"/>
                      </a:lnTo>
                      <a:lnTo>
                        <a:pt x="13722" y="12663"/>
                      </a:lnTo>
                      <a:lnTo>
                        <a:pt x="13589" y="12573"/>
                      </a:lnTo>
                      <a:lnTo>
                        <a:pt x="13452" y="12520"/>
                      </a:lnTo>
                      <a:lnTo>
                        <a:pt x="13323" y="12478"/>
                      </a:lnTo>
                      <a:lnTo>
                        <a:pt x="13177" y="12401"/>
                      </a:lnTo>
                      <a:lnTo>
                        <a:pt x="13066" y="12299"/>
                      </a:lnTo>
                      <a:cubicBezTo>
                        <a:pt x="13045" y="12248"/>
                        <a:pt x="13029" y="12197"/>
                        <a:pt x="13017" y="12144"/>
                      </a:cubicBezTo>
                      <a:cubicBezTo>
                        <a:pt x="13004" y="12083"/>
                        <a:pt x="12997" y="12021"/>
                        <a:pt x="12996" y="11959"/>
                      </a:cubicBezTo>
                      <a:lnTo>
                        <a:pt x="12850" y="11861"/>
                      </a:lnTo>
                      <a:cubicBezTo>
                        <a:pt x="12771" y="11862"/>
                        <a:pt x="12694" y="11839"/>
                        <a:pt x="12634" y="11796"/>
                      </a:cubicBezTo>
                      <a:cubicBezTo>
                        <a:pt x="12590" y="11764"/>
                        <a:pt x="12556" y="11723"/>
                        <a:pt x="12536" y="11676"/>
                      </a:cubicBezTo>
                      <a:cubicBezTo>
                        <a:pt x="12545" y="11622"/>
                        <a:pt x="12543" y="11567"/>
                        <a:pt x="12529" y="11513"/>
                      </a:cubicBezTo>
                      <a:cubicBezTo>
                        <a:pt x="12514" y="11452"/>
                        <a:pt x="12485" y="11394"/>
                        <a:pt x="12443" y="11342"/>
                      </a:cubicBezTo>
                      <a:lnTo>
                        <a:pt x="12404" y="11183"/>
                      </a:lnTo>
                      <a:lnTo>
                        <a:pt x="12320" y="11060"/>
                      </a:lnTo>
                      <a:lnTo>
                        <a:pt x="12181" y="11006"/>
                      </a:lnTo>
                      <a:lnTo>
                        <a:pt x="12097" y="10895"/>
                      </a:lnTo>
                      <a:lnTo>
                        <a:pt x="12076" y="10795"/>
                      </a:lnTo>
                      <a:lnTo>
                        <a:pt x="12058" y="10717"/>
                      </a:lnTo>
                      <a:lnTo>
                        <a:pt x="11912" y="10592"/>
                      </a:lnTo>
                      <a:lnTo>
                        <a:pt x="11870" y="10453"/>
                      </a:lnTo>
                      <a:cubicBezTo>
                        <a:pt x="11816" y="10428"/>
                        <a:pt x="11770" y="10392"/>
                        <a:pt x="11737" y="10348"/>
                      </a:cubicBezTo>
                      <a:cubicBezTo>
                        <a:pt x="11701" y="10299"/>
                        <a:pt x="11681" y="10244"/>
                        <a:pt x="11680" y="10187"/>
                      </a:cubicBezTo>
                      <a:lnTo>
                        <a:pt x="11582" y="10089"/>
                      </a:lnTo>
                      <a:lnTo>
                        <a:pt x="11577" y="9990"/>
                      </a:lnTo>
                      <a:lnTo>
                        <a:pt x="11682" y="9988"/>
                      </a:lnTo>
                      <a:lnTo>
                        <a:pt x="11822" y="10005"/>
                      </a:lnTo>
                      <a:lnTo>
                        <a:pt x="11857" y="10107"/>
                      </a:lnTo>
                      <a:cubicBezTo>
                        <a:pt x="11892" y="10137"/>
                        <a:pt x="11924" y="10169"/>
                        <a:pt x="11952" y="10204"/>
                      </a:cubicBezTo>
                      <a:cubicBezTo>
                        <a:pt x="11984" y="10243"/>
                        <a:pt x="12011" y="10284"/>
                        <a:pt x="12033" y="10327"/>
                      </a:cubicBezTo>
                      <a:lnTo>
                        <a:pt x="12107" y="10448"/>
                      </a:lnTo>
                      <a:lnTo>
                        <a:pt x="12190" y="10466"/>
                      </a:lnTo>
                      <a:lnTo>
                        <a:pt x="12302" y="10490"/>
                      </a:lnTo>
                      <a:lnTo>
                        <a:pt x="12288" y="10552"/>
                      </a:lnTo>
                      <a:lnTo>
                        <a:pt x="12346" y="10643"/>
                      </a:lnTo>
                      <a:lnTo>
                        <a:pt x="12453" y="10707"/>
                      </a:lnTo>
                      <a:lnTo>
                        <a:pt x="12564" y="10784"/>
                      </a:lnTo>
                      <a:lnTo>
                        <a:pt x="12639" y="10849"/>
                      </a:lnTo>
                      <a:lnTo>
                        <a:pt x="12732" y="10970"/>
                      </a:lnTo>
                      <a:lnTo>
                        <a:pt x="12776" y="11042"/>
                      </a:lnTo>
                      <a:lnTo>
                        <a:pt x="12743" y="11139"/>
                      </a:lnTo>
                      <a:cubicBezTo>
                        <a:pt x="12780" y="11179"/>
                        <a:pt x="12810" y="11223"/>
                        <a:pt x="12832" y="11271"/>
                      </a:cubicBezTo>
                      <a:cubicBezTo>
                        <a:pt x="12849" y="11309"/>
                        <a:pt x="12860" y="11349"/>
                        <a:pt x="12866" y="11389"/>
                      </a:cubicBezTo>
                      <a:lnTo>
                        <a:pt x="12919" y="11475"/>
                      </a:lnTo>
                      <a:lnTo>
                        <a:pt x="13231" y="11526"/>
                      </a:lnTo>
                      <a:cubicBezTo>
                        <a:pt x="13260" y="11543"/>
                        <a:pt x="13286" y="11563"/>
                        <a:pt x="13307" y="11586"/>
                      </a:cubicBezTo>
                      <a:cubicBezTo>
                        <a:pt x="13362" y="11644"/>
                        <a:pt x="13388" y="11719"/>
                        <a:pt x="13379" y="11793"/>
                      </a:cubicBezTo>
                      <a:lnTo>
                        <a:pt x="13482" y="11890"/>
                      </a:lnTo>
                      <a:lnTo>
                        <a:pt x="13644" y="11964"/>
                      </a:lnTo>
                      <a:lnTo>
                        <a:pt x="13642" y="12054"/>
                      </a:lnTo>
                      <a:lnTo>
                        <a:pt x="13698" y="12117"/>
                      </a:lnTo>
                      <a:cubicBezTo>
                        <a:pt x="13732" y="12133"/>
                        <a:pt x="13759" y="12158"/>
                        <a:pt x="13774" y="12189"/>
                      </a:cubicBezTo>
                      <a:cubicBezTo>
                        <a:pt x="13793" y="12226"/>
                        <a:pt x="13793" y="12267"/>
                        <a:pt x="13774" y="12304"/>
                      </a:cubicBezTo>
                      <a:lnTo>
                        <a:pt x="13767" y="12471"/>
                      </a:lnTo>
                      <a:lnTo>
                        <a:pt x="13870" y="12549"/>
                      </a:lnTo>
                      <a:lnTo>
                        <a:pt x="13953" y="12719"/>
                      </a:lnTo>
                      <a:lnTo>
                        <a:pt x="14002" y="12795"/>
                      </a:lnTo>
                      <a:lnTo>
                        <a:pt x="14123" y="12910"/>
                      </a:lnTo>
                      <a:lnTo>
                        <a:pt x="14237" y="12960"/>
                      </a:lnTo>
                      <a:lnTo>
                        <a:pt x="14376" y="12900"/>
                      </a:lnTo>
                      <a:cubicBezTo>
                        <a:pt x="14424" y="12869"/>
                        <a:pt x="14469" y="12836"/>
                        <a:pt x="14511" y="12800"/>
                      </a:cubicBezTo>
                      <a:cubicBezTo>
                        <a:pt x="14544" y="12773"/>
                        <a:pt x="14575" y="12743"/>
                        <a:pt x="14604" y="12713"/>
                      </a:cubicBezTo>
                      <a:lnTo>
                        <a:pt x="14756" y="12654"/>
                      </a:lnTo>
                      <a:lnTo>
                        <a:pt x="14928" y="12568"/>
                      </a:lnTo>
                      <a:lnTo>
                        <a:pt x="15009" y="12546"/>
                      </a:lnTo>
                      <a:lnTo>
                        <a:pt x="15130" y="12506"/>
                      </a:lnTo>
                      <a:lnTo>
                        <a:pt x="15206" y="12391"/>
                      </a:lnTo>
                      <a:lnTo>
                        <a:pt x="15276" y="12316"/>
                      </a:lnTo>
                      <a:cubicBezTo>
                        <a:pt x="15323" y="12292"/>
                        <a:pt x="15370" y="12270"/>
                        <a:pt x="15418" y="12248"/>
                      </a:cubicBezTo>
                      <a:cubicBezTo>
                        <a:pt x="15460" y="12229"/>
                        <a:pt x="15504" y="12211"/>
                        <a:pt x="15543" y="12187"/>
                      </a:cubicBezTo>
                      <a:cubicBezTo>
                        <a:pt x="15594" y="12156"/>
                        <a:pt x="15638" y="12117"/>
                        <a:pt x="15671" y="12071"/>
                      </a:cubicBezTo>
                      <a:lnTo>
                        <a:pt x="15750" y="11926"/>
                      </a:lnTo>
                      <a:cubicBezTo>
                        <a:pt x="15753" y="11891"/>
                        <a:pt x="15766" y="11857"/>
                        <a:pt x="15787" y="11827"/>
                      </a:cubicBezTo>
                      <a:cubicBezTo>
                        <a:pt x="15824" y="11774"/>
                        <a:pt x="15884" y="11736"/>
                        <a:pt x="15954" y="11721"/>
                      </a:cubicBezTo>
                      <a:lnTo>
                        <a:pt x="16135" y="11648"/>
                      </a:lnTo>
                      <a:lnTo>
                        <a:pt x="16184" y="11596"/>
                      </a:lnTo>
                      <a:lnTo>
                        <a:pt x="16326" y="11472"/>
                      </a:lnTo>
                      <a:lnTo>
                        <a:pt x="16424" y="11273"/>
                      </a:lnTo>
                      <a:lnTo>
                        <a:pt x="16459" y="11212"/>
                      </a:lnTo>
                      <a:lnTo>
                        <a:pt x="16549" y="11104"/>
                      </a:lnTo>
                      <a:lnTo>
                        <a:pt x="16612" y="11039"/>
                      </a:lnTo>
                      <a:lnTo>
                        <a:pt x="16612" y="10909"/>
                      </a:lnTo>
                      <a:cubicBezTo>
                        <a:pt x="16590" y="10860"/>
                        <a:pt x="16593" y="10804"/>
                        <a:pt x="16619" y="10756"/>
                      </a:cubicBezTo>
                      <a:cubicBezTo>
                        <a:pt x="16650" y="10702"/>
                        <a:pt x="16708" y="10662"/>
                        <a:pt x="16777" y="10649"/>
                      </a:cubicBezTo>
                      <a:cubicBezTo>
                        <a:pt x="16783" y="10610"/>
                        <a:pt x="16787" y="10571"/>
                        <a:pt x="16790" y="10532"/>
                      </a:cubicBezTo>
                      <a:cubicBezTo>
                        <a:pt x="16795" y="10462"/>
                        <a:pt x="16795" y="10392"/>
                        <a:pt x="16790" y="10322"/>
                      </a:cubicBezTo>
                      <a:cubicBezTo>
                        <a:pt x="16776" y="10273"/>
                        <a:pt x="16757" y="10225"/>
                        <a:pt x="16734" y="10178"/>
                      </a:cubicBezTo>
                      <a:cubicBezTo>
                        <a:pt x="16713" y="10133"/>
                        <a:pt x="16687" y="10090"/>
                        <a:pt x="16658" y="10047"/>
                      </a:cubicBezTo>
                      <a:lnTo>
                        <a:pt x="16533" y="9988"/>
                      </a:lnTo>
                      <a:lnTo>
                        <a:pt x="16362" y="9964"/>
                      </a:lnTo>
                      <a:lnTo>
                        <a:pt x="16190" y="9940"/>
                      </a:lnTo>
                      <a:lnTo>
                        <a:pt x="16054" y="9888"/>
                      </a:lnTo>
                      <a:cubicBezTo>
                        <a:pt x="16024" y="9853"/>
                        <a:pt x="16002" y="9812"/>
                        <a:pt x="15991" y="9769"/>
                      </a:cubicBezTo>
                      <a:cubicBezTo>
                        <a:pt x="15979" y="9722"/>
                        <a:pt x="15979" y="9673"/>
                        <a:pt x="15991" y="9626"/>
                      </a:cubicBezTo>
                      <a:lnTo>
                        <a:pt x="15899" y="9555"/>
                      </a:lnTo>
                      <a:lnTo>
                        <a:pt x="15857" y="9636"/>
                      </a:lnTo>
                      <a:lnTo>
                        <a:pt x="15774" y="9779"/>
                      </a:lnTo>
                      <a:lnTo>
                        <a:pt x="15755" y="9882"/>
                      </a:lnTo>
                      <a:lnTo>
                        <a:pt x="15658" y="10007"/>
                      </a:lnTo>
                      <a:lnTo>
                        <a:pt x="15598" y="10084"/>
                      </a:lnTo>
                      <a:lnTo>
                        <a:pt x="15443" y="10108"/>
                      </a:lnTo>
                      <a:lnTo>
                        <a:pt x="15269" y="10186"/>
                      </a:lnTo>
                      <a:lnTo>
                        <a:pt x="15195" y="10142"/>
                      </a:lnTo>
                      <a:lnTo>
                        <a:pt x="15195" y="9965"/>
                      </a:lnTo>
                      <a:lnTo>
                        <a:pt x="15134" y="9832"/>
                      </a:lnTo>
                      <a:cubicBezTo>
                        <a:pt x="15112" y="9793"/>
                        <a:pt x="15056" y="9779"/>
                        <a:pt x="15014" y="9802"/>
                      </a:cubicBezTo>
                      <a:cubicBezTo>
                        <a:pt x="14974" y="9823"/>
                        <a:pt x="14962" y="9867"/>
                        <a:pt x="14986" y="9901"/>
                      </a:cubicBezTo>
                      <a:lnTo>
                        <a:pt x="14819" y="9829"/>
                      </a:lnTo>
                      <a:lnTo>
                        <a:pt x="14745" y="9752"/>
                      </a:lnTo>
                      <a:lnTo>
                        <a:pt x="14678" y="9694"/>
                      </a:lnTo>
                      <a:lnTo>
                        <a:pt x="14569" y="9603"/>
                      </a:lnTo>
                      <a:cubicBezTo>
                        <a:pt x="14534" y="9568"/>
                        <a:pt x="14500" y="9534"/>
                        <a:pt x="14464" y="9501"/>
                      </a:cubicBezTo>
                      <a:cubicBezTo>
                        <a:pt x="14409" y="9449"/>
                        <a:pt x="14352" y="9399"/>
                        <a:pt x="14294" y="9350"/>
                      </a:cubicBezTo>
                      <a:lnTo>
                        <a:pt x="14320" y="9280"/>
                      </a:lnTo>
                      <a:lnTo>
                        <a:pt x="14403" y="9173"/>
                      </a:lnTo>
                      <a:cubicBezTo>
                        <a:pt x="14427" y="9155"/>
                        <a:pt x="14454" y="9141"/>
                        <a:pt x="14484" y="9132"/>
                      </a:cubicBezTo>
                      <a:cubicBezTo>
                        <a:pt x="14532" y="9116"/>
                        <a:pt x="14585" y="9113"/>
                        <a:pt x="14635" y="9124"/>
                      </a:cubicBezTo>
                      <a:lnTo>
                        <a:pt x="14751" y="9291"/>
                      </a:lnTo>
                      <a:lnTo>
                        <a:pt x="14825" y="9444"/>
                      </a:lnTo>
                      <a:cubicBezTo>
                        <a:pt x="14851" y="9488"/>
                        <a:pt x="14907" y="9515"/>
                        <a:pt x="14964" y="9509"/>
                      </a:cubicBezTo>
                      <a:cubicBezTo>
                        <a:pt x="15020" y="9505"/>
                        <a:pt x="15070" y="9471"/>
                        <a:pt x="15125" y="9482"/>
                      </a:cubicBezTo>
                      <a:cubicBezTo>
                        <a:pt x="15190" y="9495"/>
                        <a:pt x="15214" y="9559"/>
                        <a:pt x="15262" y="9597"/>
                      </a:cubicBezTo>
                      <a:cubicBezTo>
                        <a:pt x="15304" y="9631"/>
                        <a:pt x="15364" y="9644"/>
                        <a:pt x="15420" y="9631"/>
                      </a:cubicBezTo>
                      <a:cubicBezTo>
                        <a:pt x="15457" y="9651"/>
                        <a:pt x="15500" y="9661"/>
                        <a:pt x="15544" y="9661"/>
                      </a:cubicBezTo>
                      <a:cubicBezTo>
                        <a:pt x="15611" y="9660"/>
                        <a:pt x="15674" y="9635"/>
                        <a:pt x="15719" y="9593"/>
                      </a:cubicBezTo>
                      <a:lnTo>
                        <a:pt x="15916" y="9456"/>
                      </a:lnTo>
                      <a:lnTo>
                        <a:pt x="16026" y="9546"/>
                      </a:lnTo>
                      <a:lnTo>
                        <a:pt x="16068" y="9656"/>
                      </a:lnTo>
                      <a:cubicBezTo>
                        <a:pt x="16082" y="9678"/>
                        <a:pt x="16104" y="9697"/>
                        <a:pt x="16130" y="9709"/>
                      </a:cubicBezTo>
                      <a:cubicBezTo>
                        <a:pt x="16190" y="9737"/>
                        <a:pt x="16263" y="9732"/>
                        <a:pt x="16316" y="9697"/>
                      </a:cubicBezTo>
                      <a:lnTo>
                        <a:pt x="16630" y="9655"/>
                      </a:lnTo>
                      <a:lnTo>
                        <a:pt x="16941" y="9655"/>
                      </a:lnTo>
                      <a:lnTo>
                        <a:pt x="17083" y="9562"/>
                      </a:lnTo>
                      <a:lnTo>
                        <a:pt x="17175" y="9482"/>
                      </a:lnTo>
                      <a:lnTo>
                        <a:pt x="17273" y="9434"/>
                      </a:lnTo>
                      <a:lnTo>
                        <a:pt x="17419" y="9407"/>
                      </a:lnTo>
                      <a:lnTo>
                        <a:pt x="17492" y="9349"/>
                      </a:lnTo>
                      <a:lnTo>
                        <a:pt x="17575" y="9290"/>
                      </a:lnTo>
                      <a:lnTo>
                        <a:pt x="17773" y="9447"/>
                      </a:lnTo>
                      <a:lnTo>
                        <a:pt x="17828" y="9554"/>
                      </a:lnTo>
                      <a:lnTo>
                        <a:pt x="17963" y="9559"/>
                      </a:lnTo>
                      <a:lnTo>
                        <a:pt x="18053" y="9619"/>
                      </a:lnTo>
                      <a:lnTo>
                        <a:pt x="18132" y="9664"/>
                      </a:lnTo>
                      <a:lnTo>
                        <a:pt x="18166" y="9736"/>
                      </a:lnTo>
                      <a:lnTo>
                        <a:pt x="18250" y="9865"/>
                      </a:lnTo>
                      <a:cubicBezTo>
                        <a:pt x="18289" y="9892"/>
                        <a:pt x="18332" y="9916"/>
                        <a:pt x="18378" y="9934"/>
                      </a:cubicBezTo>
                      <a:cubicBezTo>
                        <a:pt x="18424" y="9954"/>
                        <a:pt x="18473" y="9968"/>
                        <a:pt x="18524" y="9976"/>
                      </a:cubicBezTo>
                      <a:lnTo>
                        <a:pt x="18625" y="9960"/>
                      </a:lnTo>
                      <a:lnTo>
                        <a:pt x="18678" y="9824"/>
                      </a:lnTo>
                      <a:lnTo>
                        <a:pt x="18754" y="9790"/>
                      </a:lnTo>
                      <a:lnTo>
                        <a:pt x="18868" y="9878"/>
                      </a:lnTo>
                      <a:lnTo>
                        <a:pt x="18977" y="9979"/>
                      </a:lnTo>
                      <a:lnTo>
                        <a:pt x="19105" y="10083"/>
                      </a:lnTo>
                      <a:lnTo>
                        <a:pt x="19040" y="10248"/>
                      </a:lnTo>
                      <a:cubicBezTo>
                        <a:pt x="19058" y="10308"/>
                        <a:pt x="19087" y="10365"/>
                        <a:pt x="19126" y="10417"/>
                      </a:cubicBezTo>
                      <a:cubicBezTo>
                        <a:pt x="19157" y="10460"/>
                        <a:pt x="19195" y="10498"/>
                        <a:pt x="19237" y="10533"/>
                      </a:cubicBezTo>
                      <a:lnTo>
                        <a:pt x="19244" y="10664"/>
                      </a:lnTo>
                      <a:lnTo>
                        <a:pt x="19244" y="10732"/>
                      </a:lnTo>
                      <a:cubicBezTo>
                        <a:pt x="19267" y="10788"/>
                        <a:pt x="19300" y="10842"/>
                        <a:pt x="19344" y="10889"/>
                      </a:cubicBezTo>
                      <a:cubicBezTo>
                        <a:pt x="19384" y="10931"/>
                        <a:pt x="19431" y="10968"/>
                        <a:pt x="19483" y="10998"/>
                      </a:cubicBezTo>
                      <a:lnTo>
                        <a:pt x="19465" y="11121"/>
                      </a:lnTo>
                      <a:lnTo>
                        <a:pt x="19506" y="11185"/>
                      </a:lnTo>
                      <a:lnTo>
                        <a:pt x="19609" y="11302"/>
                      </a:lnTo>
                      <a:lnTo>
                        <a:pt x="19706" y="11394"/>
                      </a:lnTo>
                      <a:lnTo>
                        <a:pt x="19653" y="11497"/>
                      </a:lnTo>
                      <a:lnTo>
                        <a:pt x="19713" y="11664"/>
                      </a:lnTo>
                      <a:lnTo>
                        <a:pt x="19871" y="11758"/>
                      </a:lnTo>
                      <a:lnTo>
                        <a:pt x="19913" y="11879"/>
                      </a:lnTo>
                      <a:lnTo>
                        <a:pt x="19978" y="11976"/>
                      </a:lnTo>
                      <a:lnTo>
                        <a:pt x="20040" y="12068"/>
                      </a:lnTo>
                      <a:lnTo>
                        <a:pt x="20119" y="12068"/>
                      </a:lnTo>
                      <a:cubicBezTo>
                        <a:pt x="20170" y="12032"/>
                        <a:pt x="20209" y="11985"/>
                        <a:pt x="20231" y="11932"/>
                      </a:cubicBezTo>
                      <a:cubicBezTo>
                        <a:pt x="20248" y="11891"/>
                        <a:pt x="20254" y="11847"/>
                        <a:pt x="20249" y="11803"/>
                      </a:cubicBezTo>
                      <a:lnTo>
                        <a:pt x="20328" y="11711"/>
                      </a:lnTo>
                      <a:lnTo>
                        <a:pt x="20371" y="11792"/>
                      </a:lnTo>
                      <a:lnTo>
                        <a:pt x="20371" y="11953"/>
                      </a:lnTo>
                      <a:lnTo>
                        <a:pt x="20357" y="12045"/>
                      </a:lnTo>
                      <a:lnTo>
                        <a:pt x="20362" y="12250"/>
                      </a:lnTo>
                      <a:lnTo>
                        <a:pt x="20415" y="12325"/>
                      </a:lnTo>
                      <a:cubicBezTo>
                        <a:pt x="20440" y="12352"/>
                        <a:pt x="20481" y="12364"/>
                        <a:pt x="20520" y="12355"/>
                      </a:cubicBezTo>
                      <a:cubicBezTo>
                        <a:pt x="20593" y="12339"/>
                        <a:pt x="20627" y="12267"/>
                        <a:pt x="20587" y="12212"/>
                      </a:cubicBezTo>
                      <a:lnTo>
                        <a:pt x="20612" y="12033"/>
                      </a:lnTo>
                      <a:lnTo>
                        <a:pt x="20605" y="11882"/>
                      </a:lnTo>
                      <a:lnTo>
                        <a:pt x="20575" y="11742"/>
                      </a:lnTo>
                      <a:lnTo>
                        <a:pt x="20529" y="11565"/>
                      </a:lnTo>
                      <a:lnTo>
                        <a:pt x="20432" y="11481"/>
                      </a:lnTo>
                      <a:lnTo>
                        <a:pt x="20358" y="11487"/>
                      </a:lnTo>
                      <a:lnTo>
                        <a:pt x="20296" y="11632"/>
                      </a:lnTo>
                      <a:lnTo>
                        <a:pt x="20261" y="11384"/>
                      </a:lnTo>
                      <a:lnTo>
                        <a:pt x="20275" y="11241"/>
                      </a:lnTo>
                      <a:lnTo>
                        <a:pt x="20275" y="11159"/>
                      </a:lnTo>
                      <a:lnTo>
                        <a:pt x="20289" y="11082"/>
                      </a:lnTo>
                      <a:lnTo>
                        <a:pt x="20289" y="10957"/>
                      </a:lnTo>
                      <a:lnTo>
                        <a:pt x="20295" y="10844"/>
                      </a:lnTo>
                      <a:lnTo>
                        <a:pt x="20191" y="10689"/>
                      </a:lnTo>
                      <a:lnTo>
                        <a:pt x="20184" y="10595"/>
                      </a:lnTo>
                      <a:cubicBezTo>
                        <a:pt x="20188" y="10557"/>
                        <a:pt x="20188" y="10518"/>
                        <a:pt x="20184" y="10480"/>
                      </a:cubicBezTo>
                      <a:cubicBezTo>
                        <a:pt x="20177" y="10420"/>
                        <a:pt x="20161" y="10361"/>
                        <a:pt x="20163" y="10301"/>
                      </a:cubicBezTo>
                      <a:cubicBezTo>
                        <a:pt x="20164" y="10261"/>
                        <a:pt x="20174" y="10222"/>
                        <a:pt x="20191" y="10185"/>
                      </a:cubicBezTo>
                      <a:lnTo>
                        <a:pt x="20205" y="10094"/>
                      </a:lnTo>
                      <a:lnTo>
                        <a:pt x="20211" y="10026"/>
                      </a:lnTo>
                      <a:lnTo>
                        <a:pt x="20269" y="9826"/>
                      </a:lnTo>
                      <a:lnTo>
                        <a:pt x="20324" y="9624"/>
                      </a:lnTo>
                      <a:lnTo>
                        <a:pt x="20296" y="9512"/>
                      </a:lnTo>
                      <a:lnTo>
                        <a:pt x="20296" y="9377"/>
                      </a:lnTo>
                      <a:lnTo>
                        <a:pt x="20347" y="9212"/>
                      </a:lnTo>
                      <a:lnTo>
                        <a:pt x="20405" y="9069"/>
                      </a:lnTo>
                      <a:lnTo>
                        <a:pt x="20322" y="8952"/>
                      </a:lnTo>
                      <a:lnTo>
                        <a:pt x="20438" y="8629"/>
                      </a:lnTo>
                      <a:cubicBezTo>
                        <a:pt x="20457" y="8566"/>
                        <a:pt x="20475" y="8504"/>
                        <a:pt x="20493" y="8441"/>
                      </a:cubicBezTo>
                      <a:cubicBezTo>
                        <a:pt x="20512" y="8378"/>
                        <a:pt x="20530" y="8315"/>
                        <a:pt x="20548" y="8252"/>
                      </a:cubicBezTo>
                      <a:lnTo>
                        <a:pt x="20847" y="8705"/>
                      </a:lnTo>
                      <a:lnTo>
                        <a:pt x="21129" y="9062"/>
                      </a:lnTo>
                      <a:lnTo>
                        <a:pt x="21600" y="9676"/>
                      </a:lnTo>
                      <a:cubicBezTo>
                        <a:pt x="21403" y="8190"/>
                        <a:pt x="20859" y="6754"/>
                        <a:pt x="20001" y="5452"/>
                      </a:cubicBezTo>
                      <a:cubicBezTo>
                        <a:pt x="19120" y="4115"/>
                        <a:pt x="17927" y="2949"/>
                        <a:pt x="16497" y="2025"/>
                      </a:cubicBezTo>
                      <a:cubicBezTo>
                        <a:pt x="15728" y="1490"/>
                        <a:pt x="14879" y="1043"/>
                        <a:pt x="13974" y="698"/>
                      </a:cubicBezTo>
                      <a:cubicBezTo>
                        <a:pt x="13114" y="370"/>
                        <a:pt x="12211" y="135"/>
                        <a:pt x="11283" y="0"/>
                      </a:cubicBezTo>
                      <a:lnTo>
                        <a:pt x="12018" y="440"/>
                      </a:lnTo>
                      <a:lnTo>
                        <a:pt x="11938" y="476"/>
                      </a:lnTo>
                      <a:lnTo>
                        <a:pt x="11889" y="518"/>
                      </a:lnTo>
                      <a:lnTo>
                        <a:pt x="11982" y="559"/>
                      </a:lnTo>
                      <a:lnTo>
                        <a:pt x="12089" y="579"/>
                      </a:lnTo>
                      <a:lnTo>
                        <a:pt x="12158" y="597"/>
                      </a:lnTo>
                      <a:lnTo>
                        <a:pt x="12135" y="654"/>
                      </a:lnTo>
                      <a:lnTo>
                        <a:pt x="12054" y="670"/>
                      </a:lnTo>
                      <a:lnTo>
                        <a:pt x="12078" y="759"/>
                      </a:lnTo>
                      <a:lnTo>
                        <a:pt x="11985" y="837"/>
                      </a:lnTo>
                      <a:lnTo>
                        <a:pt x="11846" y="763"/>
                      </a:lnTo>
                      <a:lnTo>
                        <a:pt x="11706" y="680"/>
                      </a:lnTo>
                      <a:cubicBezTo>
                        <a:pt x="11647" y="638"/>
                        <a:pt x="11571" y="619"/>
                        <a:pt x="11495" y="628"/>
                      </a:cubicBezTo>
                      <a:cubicBezTo>
                        <a:pt x="11444" y="633"/>
                        <a:pt x="11395" y="651"/>
                        <a:pt x="11355" y="680"/>
                      </a:cubicBezTo>
                      <a:lnTo>
                        <a:pt x="11231" y="707"/>
                      </a:lnTo>
                      <a:lnTo>
                        <a:pt x="11154" y="713"/>
                      </a:lnTo>
                      <a:lnTo>
                        <a:pt x="11059" y="655"/>
                      </a:lnTo>
                      <a:lnTo>
                        <a:pt x="10857" y="644"/>
                      </a:lnTo>
                      <a:lnTo>
                        <a:pt x="10760" y="691"/>
                      </a:lnTo>
                      <a:lnTo>
                        <a:pt x="10643" y="685"/>
                      </a:lnTo>
                      <a:lnTo>
                        <a:pt x="10534" y="673"/>
                      </a:lnTo>
                      <a:lnTo>
                        <a:pt x="10353" y="631"/>
                      </a:lnTo>
                      <a:lnTo>
                        <a:pt x="10133" y="667"/>
                      </a:lnTo>
                      <a:lnTo>
                        <a:pt x="10214" y="745"/>
                      </a:lnTo>
                      <a:lnTo>
                        <a:pt x="10358" y="774"/>
                      </a:lnTo>
                      <a:lnTo>
                        <a:pt x="10495" y="816"/>
                      </a:lnTo>
                      <a:lnTo>
                        <a:pt x="10600" y="822"/>
                      </a:lnTo>
                      <a:lnTo>
                        <a:pt x="10701" y="810"/>
                      </a:lnTo>
                      <a:cubicBezTo>
                        <a:pt x="10739" y="792"/>
                        <a:pt x="10780" y="779"/>
                        <a:pt x="10822" y="772"/>
                      </a:cubicBezTo>
                      <a:cubicBezTo>
                        <a:pt x="10876" y="763"/>
                        <a:pt x="10931" y="763"/>
                        <a:pt x="10984" y="772"/>
                      </a:cubicBezTo>
                      <a:lnTo>
                        <a:pt x="11130" y="790"/>
                      </a:lnTo>
                      <a:lnTo>
                        <a:pt x="11225" y="790"/>
                      </a:lnTo>
                      <a:lnTo>
                        <a:pt x="11378" y="816"/>
                      </a:lnTo>
                      <a:lnTo>
                        <a:pt x="11480" y="850"/>
                      </a:lnTo>
                      <a:lnTo>
                        <a:pt x="11385" y="887"/>
                      </a:lnTo>
                      <a:lnTo>
                        <a:pt x="11281" y="863"/>
                      </a:lnTo>
                      <a:lnTo>
                        <a:pt x="11295" y="947"/>
                      </a:lnTo>
                      <a:lnTo>
                        <a:pt x="11387" y="974"/>
                      </a:lnTo>
                      <a:lnTo>
                        <a:pt x="11468" y="1054"/>
                      </a:lnTo>
                      <a:lnTo>
                        <a:pt x="11480" y="1151"/>
                      </a:lnTo>
                      <a:lnTo>
                        <a:pt x="11508" y="1243"/>
                      </a:lnTo>
                      <a:lnTo>
                        <a:pt x="11598" y="1284"/>
                      </a:lnTo>
                      <a:lnTo>
                        <a:pt x="11725" y="1294"/>
                      </a:lnTo>
                      <a:lnTo>
                        <a:pt x="11687" y="1392"/>
                      </a:lnTo>
                      <a:lnTo>
                        <a:pt x="11791" y="1437"/>
                      </a:lnTo>
                      <a:lnTo>
                        <a:pt x="11993" y="1503"/>
                      </a:lnTo>
                      <a:lnTo>
                        <a:pt x="12046" y="1545"/>
                      </a:lnTo>
                      <a:lnTo>
                        <a:pt x="11863" y="1566"/>
                      </a:lnTo>
                      <a:lnTo>
                        <a:pt x="11785" y="1572"/>
                      </a:lnTo>
                      <a:lnTo>
                        <a:pt x="11838" y="1660"/>
                      </a:lnTo>
                      <a:lnTo>
                        <a:pt x="11843" y="1741"/>
                      </a:lnTo>
                      <a:lnTo>
                        <a:pt x="11669" y="1693"/>
                      </a:lnTo>
                      <a:cubicBezTo>
                        <a:pt x="11654" y="1668"/>
                        <a:pt x="11633" y="1646"/>
                        <a:pt x="11606" y="1628"/>
                      </a:cubicBezTo>
                      <a:cubicBezTo>
                        <a:pt x="11571" y="1604"/>
                        <a:pt x="11528" y="1591"/>
                        <a:pt x="11483" y="1588"/>
                      </a:cubicBezTo>
                      <a:lnTo>
                        <a:pt x="11305" y="1576"/>
                      </a:lnTo>
                      <a:lnTo>
                        <a:pt x="11379" y="1723"/>
                      </a:lnTo>
                      <a:lnTo>
                        <a:pt x="11497" y="1783"/>
                      </a:lnTo>
                      <a:lnTo>
                        <a:pt x="11537" y="1912"/>
                      </a:lnTo>
                      <a:lnTo>
                        <a:pt x="11606" y="2008"/>
                      </a:lnTo>
                      <a:lnTo>
                        <a:pt x="11743" y="2069"/>
                      </a:lnTo>
                      <a:lnTo>
                        <a:pt x="11905" y="2115"/>
                      </a:lnTo>
                      <a:lnTo>
                        <a:pt x="11986" y="2168"/>
                      </a:lnTo>
                      <a:lnTo>
                        <a:pt x="11847" y="2202"/>
                      </a:lnTo>
                      <a:lnTo>
                        <a:pt x="11675" y="2174"/>
                      </a:lnTo>
                      <a:lnTo>
                        <a:pt x="11494" y="2149"/>
                      </a:lnTo>
                      <a:lnTo>
                        <a:pt x="11327" y="2149"/>
                      </a:lnTo>
                      <a:lnTo>
                        <a:pt x="11214" y="2137"/>
                      </a:lnTo>
                      <a:lnTo>
                        <a:pt x="11249" y="2200"/>
                      </a:lnTo>
                      <a:cubicBezTo>
                        <a:pt x="11281" y="2217"/>
                        <a:pt x="11315" y="2231"/>
                        <a:pt x="11351" y="2242"/>
                      </a:cubicBezTo>
                      <a:cubicBezTo>
                        <a:pt x="11389" y="2253"/>
                        <a:pt x="11429" y="2261"/>
                        <a:pt x="11469" y="2265"/>
                      </a:cubicBezTo>
                      <a:lnTo>
                        <a:pt x="11511" y="2357"/>
                      </a:lnTo>
                      <a:lnTo>
                        <a:pt x="11414" y="2351"/>
                      </a:lnTo>
                      <a:lnTo>
                        <a:pt x="11326" y="2363"/>
                      </a:lnTo>
                      <a:lnTo>
                        <a:pt x="11252" y="2390"/>
                      </a:lnTo>
                      <a:lnTo>
                        <a:pt x="11176" y="2445"/>
                      </a:lnTo>
                      <a:lnTo>
                        <a:pt x="11081" y="2362"/>
                      </a:lnTo>
                      <a:lnTo>
                        <a:pt x="11020" y="2410"/>
                      </a:lnTo>
                      <a:lnTo>
                        <a:pt x="10967" y="2460"/>
                      </a:lnTo>
                      <a:lnTo>
                        <a:pt x="10821" y="2580"/>
                      </a:lnTo>
                      <a:lnTo>
                        <a:pt x="10751" y="2670"/>
                      </a:lnTo>
                      <a:lnTo>
                        <a:pt x="10791" y="2781"/>
                      </a:lnTo>
                      <a:lnTo>
                        <a:pt x="10676" y="2772"/>
                      </a:lnTo>
                      <a:lnTo>
                        <a:pt x="10454" y="2745"/>
                      </a:lnTo>
                      <a:lnTo>
                        <a:pt x="10594" y="2666"/>
                      </a:lnTo>
                      <a:lnTo>
                        <a:pt x="10516" y="2553"/>
                      </a:lnTo>
                      <a:lnTo>
                        <a:pt x="10295" y="2513"/>
                      </a:lnTo>
                      <a:lnTo>
                        <a:pt x="10328" y="2652"/>
                      </a:lnTo>
                      <a:lnTo>
                        <a:pt x="10388" y="2779"/>
                      </a:lnTo>
                      <a:lnTo>
                        <a:pt x="10462" y="2867"/>
                      </a:lnTo>
                      <a:lnTo>
                        <a:pt x="10476" y="2956"/>
                      </a:lnTo>
                      <a:lnTo>
                        <a:pt x="10395" y="2966"/>
                      </a:lnTo>
                      <a:lnTo>
                        <a:pt x="10272" y="3040"/>
                      </a:lnTo>
                      <a:lnTo>
                        <a:pt x="10279" y="3105"/>
                      </a:lnTo>
                      <a:lnTo>
                        <a:pt x="10142" y="3138"/>
                      </a:lnTo>
                      <a:lnTo>
                        <a:pt x="10091" y="3260"/>
                      </a:lnTo>
                      <a:cubicBezTo>
                        <a:pt x="10038" y="3292"/>
                        <a:pt x="9970" y="3297"/>
                        <a:pt x="9912" y="3274"/>
                      </a:cubicBezTo>
                      <a:cubicBezTo>
                        <a:pt x="9835" y="3243"/>
                        <a:pt x="9793" y="3172"/>
                        <a:pt x="9810" y="3101"/>
                      </a:cubicBezTo>
                      <a:lnTo>
                        <a:pt x="9701" y="2999"/>
                      </a:lnTo>
                      <a:lnTo>
                        <a:pt x="9840" y="2940"/>
                      </a:lnTo>
                      <a:lnTo>
                        <a:pt x="9976" y="2991"/>
                      </a:lnTo>
                      <a:lnTo>
                        <a:pt x="10125" y="2991"/>
                      </a:lnTo>
                      <a:lnTo>
                        <a:pt x="10321" y="2905"/>
                      </a:lnTo>
                      <a:lnTo>
                        <a:pt x="10293" y="2819"/>
                      </a:lnTo>
                      <a:lnTo>
                        <a:pt x="10212" y="2728"/>
                      </a:lnTo>
                      <a:lnTo>
                        <a:pt x="10159" y="2694"/>
                      </a:lnTo>
                      <a:lnTo>
                        <a:pt x="10013" y="2670"/>
                      </a:lnTo>
                      <a:cubicBezTo>
                        <a:pt x="9962" y="2665"/>
                        <a:pt x="9910" y="2657"/>
                        <a:pt x="9860" y="2646"/>
                      </a:cubicBezTo>
                      <a:cubicBezTo>
                        <a:pt x="9787" y="2631"/>
                        <a:pt x="9716" y="2611"/>
                        <a:pt x="9647" y="2587"/>
                      </a:cubicBezTo>
                      <a:lnTo>
                        <a:pt x="9497" y="2535"/>
                      </a:lnTo>
                      <a:lnTo>
                        <a:pt x="9366" y="2529"/>
                      </a:lnTo>
                      <a:lnTo>
                        <a:pt x="9160" y="2533"/>
                      </a:lnTo>
                      <a:lnTo>
                        <a:pt x="9139" y="2476"/>
                      </a:lnTo>
                      <a:lnTo>
                        <a:pt x="9030" y="2412"/>
                      </a:lnTo>
                      <a:lnTo>
                        <a:pt x="8895" y="2376"/>
                      </a:lnTo>
                      <a:lnTo>
                        <a:pt x="8779" y="2370"/>
                      </a:lnTo>
                      <a:lnTo>
                        <a:pt x="8663" y="2409"/>
                      </a:lnTo>
                      <a:lnTo>
                        <a:pt x="8373" y="2427"/>
                      </a:lnTo>
                      <a:cubicBezTo>
                        <a:pt x="8340" y="2453"/>
                        <a:pt x="8305" y="2477"/>
                        <a:pt x="8266" y="2497"/>
                      </a:cubicBezTo>
                      <a:cubicBezTo>
                        <a:pt x="8206" y="2528"/>
                        <a:pt x="8140" y="2550"/>
                        <a:pt x="8071" y="2562"/>
                      </a:cubicBezTo>
                      <a:lnTo>
                        <a:pt x="7980" y="2610"/>
                      </a:lnTo>
                      <a:lnTo>
                        <a:pt x="7818" y="2672"/>
                      </a:lnTo>
                      <a:lnTo>
                        <a:pt x="7692" y="2737"/>
                      </a:lnTo>
                      <a:lnTo>
                        <a:pt x="7611" y="2789"/>
                      </a:lnTo>
                      <a:lnTo>
                        <a:pt x="7672" y="2872"/>
                      </a:lnTo>
                      <a:lnTo>
                        <a:pt x="7627" y="2989"/>
                      </a:lnTo>
                      <a:lnTo>
                        <a:pt x="7558" y="3041"/>
                      </a:lnTo>
                      <a:lnTo>
                        <a:pt x="7453" y="3130"/>
                      </a:lnTo>
                      <a:cubicBezTo>
                        <a:pt x="7420" y="3163"/>
                        <a:pt x="7387" y="3196"/>
                        <a:pt x="7355" y="3230"/>
                      </a:cubicBezTo>
                      <a:cubicBezTo>
                        <a:pt x="7318" y="3270"/>
                        <a:pt x="7280" y="3310"/>
                        <a:pt x="7237" y="3345"/>
                      </a:cubicBezTo>
                      <a:cubicBezTo>
                        <a:pt x="7203" y="3373"/>
                        <a:pt x="7166" y="3397"/>
                        <a:pt x="7125" y="3417"/>
                      </a:cubicBezTo>
                      <a:lnTo>
                        <a:pt x="7042" y="3435"/>
                      </a:lnTo>
                      <a:lnTo>
                        <a:pt x="6975" y="3528"/>
                      </a:lnTo>
                      <a:lnTo>
                        <a:pt x="6882" y="3556"/>
                      </a:lnTo>
                      <a:lnTo>
                        <a:pt x="6757" y="3580"/>
                      </a:lnTo>
                      <a:lnTo>
                        <a:pt x="6631" y="3657"/>
                      </a:lnTo>
                      <a:lnTo>
                        <a:pt x="6460" y="3844"/>
                      </a:lnTo>
                      <a:lnTo>
                        <a:pt x="6392" y="4010"/>
                      </a:lnTo>
                      <a:lnTo>
                        <a:pt x="6392" y="4113"/>
                      </a:lnTo>
                      <a:lnTo>
                        <a:pt x="6406" y="4187"/>
                      </a:lnTo>
                      <a:lnTo>
                        <a:pt x="6439" y="4265"/>
                      </a:lnTo>
                      <a:lnTo>
                        <a:pt x="6460" y="4342"/>
                      </a:lnTo>
                      <a:lnTo>
                        <a:pt x="6566" y="4392"/>
                      </a:lnTo>
                      <a:lnTo>
                        <a:pt x="6685" y="4410"/>
                      </a:lnTo>
                      <a:lnTo>
                        <a:pt x="6756" y="4392"/>
                      </a:lnTo>
                      <a:lnTo>
                        <a:pt x="6916" y="4302"/>
                      </a:lnTo>
                      <a:lnTo>
                        <a:pt x="7046" y="4249"/>
                      </a:lnTo>
                      <a:lnTo>
                        <a:pt x="7153" y="4239"/>
                      </a:lnTo>
                      <a:lnTo>
                        <a:pt x="7278" y="4304"/>
                      </a:lnTo>
                      <a:cubicBezTo>
                        <a:pt x="7294" y="4329"/>
                        <a:pt x="7306" y="4355"/>
                        <a:pt x="7313" y="4382"/>
                      </a:cubicBezTo>
                      <a:cubicBezTo>
                        <a:pt x="7328" y="4435"/>
                        <a:pt x="7326" y="4490"/>
                        <a:pt x="7308" y="4543"/>
                      </a:cubicBezTo>
                      <a:lnTo>
                        <a:pt x="7290" y="4640"/>
                      </a:lnTo>
                      <a:lnTo>
                        <a:pt x="7235" y="4692"/>
                      </a:lnTo>
                      <a:lnTo>
                        <a:pt x="7325" y="4873"/>
                      </a:lnTo>
                      <a:cubicBezTo>
                        <a:pt x="7356" y="4882"/>
                        <a:pt x="7388" y="4885"/>
                        <a:pt x="7420" y="4883"/>
                      </a:cubicBezTo>
                      <a:cubicBezTo>
                        <a:pt x="7472" y="4878"/>
                        <a:pt x="7519" y="4859"/>
                        <a:pt x="7555" y="4827"/>
                      </a:cubicBezTo>
                      <a:lnTo>
                        <a:pt x="7611" y="4775"/>
                      </a:lnTo>
                      <a:lnTo>
                        <a:pt x="7778" y="4766"/>
                      </a:lnTo>
                      <a:lnTo>
                        <a:pt x="7892" y="4680"/>
                      </a:lnTo>
                      <a:lnTo>
                        <a:pt x="8022" y="4620"/>
                      </a:lnTo>
                      <a:lnTo>
                        <a:pt x="7931" y="4489"/>
                      </a:lnTo>
                      <a:cubicBezTo>
                        <a:pt x="7925" y="4436"/>
                        <a:pt x="7945" y="4383"/>
                        <a:pt x="7985" y="4342"/>
                      </a:cubicBezTo>
                      <a:cubicBezTo>
                        <a:pt x="8042" y="4284"/>
                        <a:pt x="8131" y="4258"/>
                        <a:pt x="8217" y="4274"/>
                      </a:cubicBezTo>
                      <a:lnTo>
                        <a:pt x="8266" y="4168"/>
                      </a:lnTo>
                      <a:lnTo>
                        <a:pt x="8189" y="4016"/>
                      </a:lnTo>
                      <a:lnTo>
                        <a:pt x="8061" y="3951"/>
                      </a:lnTo>
                      <a:lnTo>
                        <a:pt x="8029" y="3766"/>
                      </a:lnTo>
                      <a:cubicBezTo>
                        <a:pt x="8052" y="3730"/>
                        <a:pt x="8081" y="3697"/>
                        <a:pt x="8115" y="3668"/>
                      </a:cubicBezTo>
                      <a:cubicBezTo>
                        <a:pt x="8159" y="3631"/>
                        <a:pt x="8210" y="3601"/>
                        <a:pt x="8261" y="3571"/>
                      </a:cubicBezTo>
                      <a:cubicBezTo>
                        <a:pt x="8298" y="3549"/>
                        <a:pt x="8335" y="3527"/>
                        <a:pt x="8372" y="3505"/>
                      </a:cubicBezTo>
                      <a:lnTo>
                        <a:pt x="8462" y="3412"/>
                      </a:lnTo>
                      <a:lnTo>
                        <a:pt x="8474" y="3300"/>
                      </a:lnTo>
                      <a:lnTo>
                        <a:pt x="8660" y="3219"/>
                      </a:lnTo>
                      <a:lnTo>
                        <a:pt x="8773" y="3189"/>
                      </a:lnTo>
                      <a:lnTo>
                        <a:pt x="8852" y="3257"/>
                      </a:lnTo>
                      <a:lnTo>
                        <a:pt x="8760" y="3342"/>
                      </a:lnTo>
                      <a:lnTo>
                        <a:pt x="8597" y="3442"/>
                      </a:lnTo>
                      <a:lnTo>
                        <a:pt x="8488" y="3492"/>
                      </a:lnTo>
                      <a:lnTo>
                        <a:pt x="8435" y="3564"/>
                      </a:lnTo>
                      <a:lnTo>
                        <a:pt x="8435" y="3636"/>
                      </a:lnTo>
                      <a:lnTo>
                        <a:pt x="8455" y="3755"/>
                      </a:lnTo>
                      <a:lnTo>
                        <a:pt x="8462" y="3820"/>
                      </a:lnTo>
                      <a:lnTo>
                        <a:pt x="8428" y="3926"/>
                      </a:lnTo>
                      <a:lnTo>
                        <a:pt x="8428" y="4035"/>
                      </a:lnTo>
                      <a:lnTo>
                        <a:pt x="8601" y="4076"/>
                      </a:lnTo>
                      <a:lnTo>
                        <a:pt x="8837" y="4070"/>
                      </a:lnTo>
                      <a:lnTo>
                        <a:pt x="8942" y="4031"/>
                      </a:lnTo>
                      <a:lnTo>
                        <a:pt x="9086" y="3977"/>
                      </a:lnTo>
                      <a:lnTo>
                        <a:pt x="9288" y="3947"/>
                      </a:lnTo>
                      <a:lnTo>
                        <a:pt x="9379" y="3947"/>
                      </a:lnTo>
                      <a:lnTo>
                        <a:pt x="9430" y="4024"/>
                      </a:lnTo>
                      <a:lnTo>
                        <a:pt x="9271" y="4101"/>
                      </a:lnTo>
                      <a:lnTo>
                        <a:pt x="9201" y="4101"/>
                      </a:lnTo>
                      <a:lnTo>
                        <a:pt x="9032" y="4097"/>
                      </a:lnTo>
                      <a:lnTo>
                        <a:pt x="8740" y="4150"/>
                      </a:lnTo>
                      <a:lnTo>
                        <a:pt x="8658" y="4197"/>
                      </a:lnTo>
                      <a:lnTo>
                        <a:pt x="8563" y="4209"/>
                      </a:lnTo>
                      <a:lnTo>
                        <a:pt x="8577" y="4337"/>
                      </a:lnTo>
                      <a:lnTo>
                        <a:pt x="8570" y="4412"/>
                      </a:lnTo>
                      <a:lnTo>
                        <a:pt x="8489" y="4534"/>
                      </a:lnTo>
                      <a:lnTo>
                        <a:pt x="8440" y="4605"/>
                      </a:lnTo>
                      <a:lnTo>
                        <a:pt x="8461" y="4698"/>
                      </a:lnTo>
                      <a:lnTo>
                        <a:pt x="8465" y="4764"/>
                      </a:lnTo>
                      <a:lnTo>
                        <a:pt x="8354" y="4845"/>
                      </a:lnTo>
                      <a:lnTo>
                        <a:pt x="8308" y="4927"/>
                      </a:lnTo>
                      <a:cubicBezTo>
                        <a:pt x="8301" y="4953"/>
                        <a:pt x="8287" y="4978"/>
                        <a:pt x="8266" y="4998"/>
                      </a:cubicBezTo>
                      <a:cubicBezTo>
                        <a:pt x="8236" y="5028"/>
                        <a:pt x="8196" y="5049"/>
                        <a:pt x="8151" y="5056"/>
                      </a:cubicBezTo>
                      <a:lnTo>
                        <a:pt x="8058" y="5056"/>
                      </a:lnTo>
                      <a:lnTo>
                        <a:pt x="8051" y="4991"/>
                      </a:lnTo>
                      <a:lnTo>
                        <a:pt x="7907" y="4934"/>
                      </a:lnTo>
                      <a:lnTo>
                        <a:pt x="7812" y="4997"/>
                      </a:lnTo>
                      <a:lnTo>
                        <a:pt x="7724" y="5013"/>
                      </a:lnTo>
                      <a:lnTo>
                        <a:pt x="7561" y="5041"/>
                      </a:lnTo>
                      <a:lnTo>
                        <a:pt x="7480" y="4999"/>
                      </a:lnTo>
                      <a:lnTo>
                        <a:pt x="7380" y="4953"/>
                      </a:lnTo>
                      <a:lnTo>
                        <a:pt x="7241" y="4971"/>
                      </a:lnTo>
                      <a:lnTo>
                        <a:pt x="7162" y="4705"/>
                      </a:lnTo>
                      <a:lnTo>
                        <a:pt x="7026" y="4735"/>
                      </a:lnTo>
                      <a:lnTo>
                        <a:pt x="7047" y="4646"/>
                      </a:lnTo>
                      <a:lnTo>
                        <a:pt x="7116" y="4586"/>
                      </a:lnTo>
                      <a:lnTo>
                        <a:pt x="7116" y="4499"/>
                      </a:lnTo>
                      <a:lnTo>
                        <a:pt x="7061" y="4393"/>
                      </a:lnTo>
                      <a:lnTo>
                        <a:pt x="6903" y="4457"/>
                      </a:lnTo>
                      <a:lnTo>
                        <a:pt x="6791" y="4522"/>
                      </a:lnTo>
                      <a:lnTo>
                        <a:pt x="6590" y="4570"/>
                      </a:lnTo>
                      <a:lnTo>
                        <a:pt x="6604" y="4745"/>
                      </a:lnTo>
                      <a:lnTo>
                        <a:pt x="6646" y="4890"/>
                      </a:lnTo>
                      <a:lnTo>
                        <a:pt x="6657" y="5003"/>
                      </a:lnTo>
                      <a:lnTo>
                        <a:pt x="6616" y="5073"/>
                      </a:lnTo>
                      <a:lnTo>
                        <a:pt x="6393" y="5083"/>
                      </a:lnTo>
                      <a:lnTo>
                        <a:pt x="6291" y="5089"/>
                      </a:lnTo>
                      <a:lnTo>
                        <a:pt x="6158" y="5142"/>
                      </a:lnTo>
                      <a:lnTo>
                        <a:pt x="6105" y="5221"/>
                      </a:lnTo>
                      <a:lnTo>
                        <a:pt x="5976" y="5292"/>
                      </a:lnTo>
                      <a:lnTo>
                        <a:pt x="5873" y="5340"/>
                      </a:lnTo>
                      <a:lnTo>
                        <a:pt x="5688" y="5412"/>
                      </a:lnTo>
                      <a:lnTo>
                        <a:pt x="5586" y="5459"/>
                      </a:lnTo>
                      <a:lnTo>
                        <a:pt x="5498" y="5465"/>
                      </a:lnTo>
                      <a:lnTo>
                        <a:pt x="5491" y="5410"/>
                      </a:lnTo>
                      <a:cubicBezTo>
                        <a:pt x="5536" y="5395"/>
                        <a:pt x="5574" y="5368"/>
                        <a:pt x="5600" y="5332"/>
                      </a:cubicBezTo>
                      <a:cubicBezTo>
                        <a:pt x="5622" y="5302"/>
                        <a:pt x="5633" y="5267"/>
                        <a:pt x="5632" y="5231"/>
                      </a:cubicBezTo>
                      <a:cubicBezTo>
                        <a:pt x="5617" y="5192"/>
                        <a:pt x="5593" y="5155"/>
                        <a:pt x="5563" y="5124"/>
                      </a:cubicBezTo>
                      <a:cubicBezTo>
                        <a:pt x="5531" y="5091"/>
                        <a:pt x="5492" y="5064"/>
                        <a:pt x="5449" y="5044"/>
                      </a:cubicBezTo>
                      <a:cubicBezTo>
                        <a:pt x="5446" y="4976"/>
                        <a:pt x="5434" y="4908"/>
                        <a:pt x="5414" y="4841"/>
                      </a:cubicBezTo>
                      <a:cubicBezTo>
                        <a:pt x="5398" y="4788"/>
                        <a:pt x="5376" y="4736"/>
                        <a:pt x="5349" y="4686"/>
                      </a:cubicBezTo>
                      <a:lnTo>
                        <a:pt x="5240" y="4583"/>
                      </a:lnTo>
                      <a:cubicBezTo>
                        <a:pt x="5257" y="4530"/>
                        <a:pt x="5299" y="4487"/>
                        <a:pt x="5356" y="4462"/>
                      </a:cubicBezTo>
                      <a:cubicBezTo>
                        <a:pt x="5397" y="4443"/>
                        <a:pt x="5447" y="4435"/>
                        <a:pt x="5474" y="4402"/>
                      </a:cubicBezTo>
                      <a:cubicBezTo>
                        <a:pt x="5501" y="4370"/>
                        <a:pt x="5498" y="4326"/>
                        <a:pt x="5467" y="4296"/>
                      </a:cubicBezTo>
                      <a:cubicBezTo>
                        <a:pt x="5422" y="4252"/>
                        <a:pt x="5340" y="4254"/>
                        <a:pt x="5298" y="4300"/>
                      </a:cubicBezTo>
                      <a:lnTo>
                        <a:pt x="5476" y="4141"/>
                      </a:lnTo>
                      <a:lnTo>
                        <a:pt x="5504" y="4048"/>
                      </a:lnTo>
                      <a:lnTo>
                        <a:pt x="5356" y="4025"/>
                      </a:lnTo>
                      <a:lnTo>
                        <a:pt x="5248" y="4084"/>
                      </a:lnTo>
                      <a:lnTo>
                        <a:pt x="5144" y="4147"/>
                      </a:lnTo>
                      <a:close/>
                    </a:path>
                  </a:pathLst>
                </a:custGeom>
                <a:solidFill>
                  <a:schemeClr val="accent1">
                    <a:lumMod val="100000"/>
                  </a:schemeClr>
                </a:solidFill>
                <a:ln w="12700" cap="flat">
                  <a:noFill/>
                  <a:miter lim="400000"/>
                </a:ln>
                <a:effectLst/>
              </p:spPr>
              <p:txBody>
                <a:bodyPr wrap="square" lIns="91440" tIns="45720" rIns="91440" bIns="45720" anchor="ctr">
                  <a:normAutofit/>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1" name="iṧḻîḓe"/>
                <p:cNvSpPr/>
                <p:nvPr/>
              </p:nvSpPr>
              <p:spPr>
                <a:xfrm>
                  <a:off x="5850726" y="2829701"/>
                  <a:ext cx="15846" cy="22305"/>
                </a:xfrm>
                <a:custGeom>
                  <a:avLst/>
                  <a:gdLst/>
                  <a:ahLst/>
                  <a:cxnLst>
                    <a:cxn ang="0">
                      <a:pos x="wd2" y="hd2"/>
                    </a:cxn>
                    <a:cxn ang="5400000">
                      <a:pos x="wd2" y="hd2"/>
                    </a:cxn>
                    <a:cxn ang="10800000">
                      <a:pos x="wd2" y="hd2"/>
                    </a:cxn>
                    <a:cxn ang="16200000">
                      <a:pos x="wd2" y="hd2"/>
                    </a:cxn>
                  </a:cxnLst>
                  <a:rect l="0" t="0" r="r" b="b"/>
                  <a:pathLst>
                    <a:path w="21600" h="21600" extrusionOk="0">
                      <a:moveTo>
                        <a:pt x="19940" y="0"/>
                      </a:moveTo>
                      <a:lnTo>
                        <a:pt x="6009" y="3733"/>
                      </a:lnTo>
                      <a:lnTo>
                        <a:pt x="0" y="16898"/>
                      </a:lnTo>
                      <a:lnTo>
                        <a:pt x="11683" y="21600"/>
                      </a:lnTo>
                      <a:lnTo>
                        <a:pt x="21600" y="9366"/>
                      </a:lnTo>
                      <a:lnTo>
                        <a:pt x="19940" y="0"/>
                      </a:lnTo>
                      <a:close/>
                    </a:path>
                  </a:pathLst>
                </a:custGeom>
                <a:solidFill>
                  <a:schemeClr val="accent1"/>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2" name="îšḷîdê"/>
                <p:cNvSpPr/>
                <p:nvPr/>
              </p:nvSpPr>
              <p:spPr>
                <a:xfrm>
                  <a:off x="6079133" y="2891422"/>
                  <a:ext cx="15995" cy="26701"/>
                </a:xfrm>
                <a:custGeom>
                  <a:avLst/>
                  <a:gdLst/>
                  <a:ahLst/>
                  <a:cxnLst>
                    <a:cxn ang="0">
                      <a:pos x="wd2" y="hd2"/>
                    </a:cxn>
                    <a:cxn ang="5400000">
                      <a:pos x="wd2" y="hd2"/>
                    </a:cxn>
                    <a:cxn ang="10800000">
                      <a:pos x="wd2" y="hd2"/>
                    </a:cxn>
                    <a:cxn ang="16200000">
                      <a:pos x="wd2" y="hd2"/>
                    </a:cxn>
                  </a:cxnLst>
                  <a:rect l="0" t="0" r="r" b="b"/>
                  <a:pathLst>
                    <a:path w="21600" h="21600" extrusionOk="0">
                      <a:moveTo>
                        <a:pt x="11817" y="0"/>
                      </a:moveTo>
                      <a:lnTo>
                        <a:pt x="2891" y="5197"/>
                      </a:lnTo>
                      <a:lnTo>
                        <a:pt x="0" y="12807"/>
                      </a:lnTo>
                      <a:lnTo>
                        <a:pt x="2834" y="21600"/>
                      </a:lnTo>
                      <a:lnTo>
                        <a:pt x="11224" y="19348"/>
                      </a:lnTo>
                      <a:lnTo>
                        <a:pt x="19865" y="9995"/>
                      </a:lnTo>
                      <a:lnTo>
                        <a:pt x="21600" y="2242"/>
                      </a:lnTo>
                      <a:lnTo>
                        <a:pt x="11817" y="0"/>
                      </a:lnTo>
                      <a:close/>
                    </a:path>
                  </a:pathLst>
                </a:custGeom>
                <a:solidFill>
                  <a:schemeClr val="accent1"/>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 name="îşľîdé"/>
                <p:cNvSpPr/>
                <p:nvPr/>
              </p:nvSpPr>
              <p:spPr>
                <a:xfrm>
                  <a:off x="6093112" y="2848954"/>
                  <a:ext cx="15846" cy="15846"/>
                </a:xfrm>
                <a:custGeom>
                  <a:avLst/>
                  <a:gdLst/>
                  <a:ahLst/>
                  <a:cxnLst>
                    <a:cxn ang="0">
                      <a:pos x="wd2" y="hd2"/>
                    </a:cxn>
                    <a:cxn ang="5400000">
                      <a:pos x="wd2" y="hd2"/>
                    </a:cxn>
                    <a:cxn ang="10800000">
                      <a:pos x="wd2" y="hd2"/>
                    </a:cxn>
                    <a:cxn ang="16200000">
                      <a:pos x="wd2" y="hd2"/>
                    </a:cxn>
                  </a:cxnLst>
                  <a:rect l="0" t="0" r="r" b="b"/>
                  <a:pathLst>
                    <a:path w="21600" h="21600" extrusionOk="0">
                      <a:moveTo>
                        <a:pt x="5709" y="0"/>
                      </a:moveTo>
                      <a:lnTo>
                        <a:pt x="0" y="11388"/>
                      </a:lnTo>
                      <a:lnTo>
                        <a:pt x="7334" y="20369"/>
                      </a:lnTo>
                      <a:lnTo>
                        <a:pt x="21600" y="21600"/>
                      </a:lnTo>
                      <a:lnTo>
                        <a:pt x="20974" y="9580"/>
                      </a:lnTo>
                      <a:lnTo>
                        <a:pt x="5709" y="0"/>
                      </a:lnTo>
                      <a:close/>
                    </a:path>
                  </a:pathLst>
                </a:custGeom>
                <a:solidFill>
                  <a:schemeClr val="accent1"/>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4" name="îṩ1íḓè"/>
                <p:cNvSpPr/>
                <p:nvPr/>
              </p:nvSpPr>
              <p:spPr>
                <a:xfrm>
                  <a:off x="6045295" y="2554151"/>
                  <a:ext cx="73978" cy="55667"/>
                </a:xfrm>
                <a:custGeom>
                  <a:avLst/>
                  <a:gdLst/>
                  <a:ahLst/>
                  <a:cxnLst>
                    <a:cxn ang="0">
                      <a:pos x="wd2" y="hd2"/>
                    </a:cxn>
                    <a:cxn ang="5400000">
                      <a:pos x="wd2" y="hd2"/>
                    </a:cxn>
                    <a:cxn ang="10800000">
                      <a:pos x="wd2" y="hd2"/>
                    </a:cxn>
                    <a:cxn ang="16200000">
                      <a:pos x="wd2" y="hd2"/>
                    </a:cxn>
                  </a:cxnLst>
                  <a:rect l="0" t="0" r="r" b="b"/>
                  <a:pathLst>
                    <a:path w="21510" h="20835" extrusionOk="0">
                      <a:moveTo>
                        <a:pt x="11611" y="1371"/>
                      </a:moveTo>
                      <a:lnTo>
                        <a:pt x="7704" y="3054"/>
                      </a:lnTo>
                      <a:lnTo>
                        <a:pt x="5225" y="4496"/>
                      </a:lnTo>
                      <a:lnTo>
                        <a:pt x="393" y="3785"/>
                      </a:lnTo>
                      <a:lnTo>
                        <a:pt x="0" y="7391"/>
                      </a:lnTo>
                      <a:lnTo>
                        <a:pt x="79" y="12280"/>
                      </a:lnTo>
                      <a:lnTo>
                        <a:pt x="2694" y="13401"/>
                      </a:lnTo>
                      <a:lnTo>
                        <a:pt x="4554" y="17730"/>
                      </a:lnTo>
                      <a:lnTo>
                        <a:pt x="4554" y="20835"/>
                      </a:lnTo>
                      <a:lnTo>
                        <a:pt x="8959" y="20374"/>
                      </a:lnTo>
                      <a:lnTo>
                        <a:pt x="9699" y="13171"/>
                      </a:lnTo>
                      <a:lnTo>
                        <a:pt x="12376" y="11498"/>
                      </a:lnTo>
                      <a:lnTo>
                        <a:pt x="13497" y="15986"/>
                      </a:lnTo>
                      <a:lnTo>
                        <a:pt x="16236" y="18862"/>
                      </a:lnTo>
                      <a:lnTo>
                        <a:pt x="19163" y="16938"/>
                      </a:lnTo>
                      <a:cubicBezTo>
                        <a:pt x="19086" y="15713"/>
                        <a:pt x="18832" y="14517"/>
                        <a:pt x="18415" y="13411"/>
                      </a:cubicBezTo>
                      <a:cubicBezTo>
                        <a:pt x="17915" y="12084"/>
                        <a:pt x="17192" y="10918"/>
                        <a:pt x="16298" y="9995"/>
                      </a:cubicBezTo>
                      <a:lnTo>
                        <a:pt x="19521" y="7380"/>
                      </a:lnTo>
                      <a:lnTo>
                        <a:pt x="21450" y="5217"/>
                      </a:lnTo>
                      <a:cubicBezTo>
                        <a:pt x="21600" y="4228"/>
                        <a:pt x="21467" y="3204"/>
                        <a:pt x="21077" y="2331"/>
                      </a:cubicBezTo>
                      <a:cubicBezTo>
                        <a:pt x="19965" y="-155"/>
                        <a:pt x="17387" y="-765"/>
                        <a:pt x="15660" y="1048"/>
                      </a:cubicBezTo>
                      <a:lnTo>
                        <a:pt x="11611" y="1371"/>
                      </a:lnTo>
                      <a:close/>
                    </a:path>
                  </a:pathLst>
                </a:custGeom>
                <a:solidFill>
                  <a:schemeClr val="accent1">
                    <a:lumMod val="100000"/>
                  </a:schemeClr>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 name="íṩļiḓê"/>
                <p:cNvSpPr/>
                <p:nvPr/>
              </p:nvSpPr>
              <p:spPr>
                <a:xfrm>
                  <a:off x="6197958" y="2524782"/>
                  <a:ext cx="32427" cy="24612"/>
                </a:xfrm>
                <a:custGeom>
                  <a:avLst/>
                  <a:gdLst/>
                  <a:ahLst/>
                  <a:cxnLst>
                    <a:cxn ang="0">
                      <a:pos x="wd2" y="hd2"/>
                    </a:cxn>
                    <a:cxn ang="5400000">
                      <a:pos x="wd2" y="hd2"/>
                    </a:cxn>
                    <a:cxn ang="10800000">
                      <a:pos x="wd2" y="hd2"/>
                    </a:cxn>
                    <a:cxn ang="16200000">
                      <a:pos x="wd2" y="hd2"/>
                    </a:cxn>
                  </a:cxnLst>
                  <a:rect l="0" t="0" r="r" b="b"/>
                  <a:pathLst>
                    <a:path w="21600" h="21154" extrusionOk="0">
                      <a:moveTo>
                        <a:pt x="4155" y="0"/>
                      </a:moveTo>
                      <a:lnTo>
                        <a:pt x="0" y="5109"/>
                      </a:lnTo>
                      <a:lnTo>
                        <a:pt x="730" y="14871"/>
                      </a:lnTo>
                      <a:cubicBezTo>
                        <a:pt x="2403" y="16735"/>
                        <a:pt x="4304" y="18228"/>
                        <a:pt x="6356" y="19289"/>
                      </a:cubicBezTo>
                      <a:cubicBezTo>
                        <a:pt x="9840" y="21090"/>
                        <a:pt x="13644" y="21600"/>
                        <a:pt x="17339" y="20762"/>
                      </a:cubicBezTo>
                      <a:lnTo>
                        <a:pt x="21600" y="16344"/>
                      </a:lnTo>
                      <a:lnTo>
                        <a:pt x="20175" y="5323"/>
                      </a:lnTo>
                      <a:lnTo>
                        <a:pt x="13933" y="7532"/>
                      </a:lnTo>
                      <a:lnTo>
                        <a:pt x="9956" y="5346"/>
                      </a:lnTo>
                      <a:lnTo>
                        <a:pt x="4155" y="0"/>
                      </a:lnTo>
                      <a:close/>
                    </a:path>
                  </a:pathLst>
                </a:custGeom>
                <a:solidFill>
                  <a:schemeClr val="accent1"/>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6" name="ï$lîdê"/>
                <p:cNvSpPr/>
                <p:nvPr/>
              </p:nvSpPr>
              <p:spPr>
                <a:xfrm>
                  <a:off x="6285755" y="2561151"/>
                  <a:ext cx="70797" cy="104700"/>
                </a:xfrm>
                <a:custGeom>
                  <a:avLst/>
                  <a:gdLst/>
                  <a:ahLst/>
                  <a:cxnLst>
                    <a:cxn ang="0">
                      <a:pos x="wd2" y="hd2"/>
                    </a:cxn>
                    <a:cxn ang="5400000">
                      <a:pos x="wd2" y="hd2"/>
                    </a:cxn>
                    <a:cxn ang="10800000">
                      <a:pos x="wd2" y="hd2"/>
                    </a:cxn>
                    <a:cxn ang="16200000">
                      <a:pos x="wd2" y="hd2"/>
                    </a:cxn>
                  </a:cxnLst>
                  <a:rect l="0" t="0" r="r" b="b"/>
                  <a:pathLst>
                    <a:path w="21600" h="21553" extrusionOk="0">
                      <a:moveTo>
                        <a:pt x="4816" y="883"/>
                      </a:moveTo>
                      <a:lnTo>
                        <a:pt x="5109" y="2662"/>
                      </a:lnTo>
                      <a:lnTo>
                        <a:pt x="4304" y="4157"/>
                      </a:lnTo>
                      <a:lnTo>
                        <a:pt x="1171" y="4808"/>
                      </a:lnTo>
                      <a:lnTo>
                        <a:pt x="0" y="5953"/>
                      </a:lnTo>
                      <a:lnTo>
                        <a:pt x="50" y="8329"/>
                      </a:lnTo>
                      <a:lnTo>
                        <a:pt x="1682" y="9959"/>
                      </a:lnTo>
                      <a:lnTo>
                        <a:pt x="2075" y="11546"/>
                      </a:lnTo>
                      <a:lnTo>
                        <a:pt x="3577" y="13838"/>
                      </a:lnTo>
                      <a:lnTo>
                        <a:pt x="5602" y="16522"/>
                      </a:lnTo>
                      <a:lnTo>
                        <a:pt x="3781" y="17271"/>
                      </a:lnTo>
                      <a:lnTo>
                        <a:pt x="6329" y="18896"/>
                      </a:lnTo>
                      <a:lnTo>
                        <a:pt x="10641" y="20087"/>
                      </a:lnTo>
                      <a:lnTo>
                        <a:pt x="15344" y="21542"/>
                      </a:lnTo>
                      <a:cubicBezTo>
                        <a:pt x="16624" y="21600"/>
                        <a:pt x="17905" y="21433"/>
                        <a:pt x="19061" y="21057"/>
                      </a:cubicBezTo>
                      <a:cubicBezTo>
                        <a:pt x="20046" y="20736"/>
                        <a:pt x="20914" y="20271"/>
                        <a:pt x="21600" y="19695"/>
                      </a:cubicBezTo>
                      <a:lnTo>
                        <a:pt x="18268" y="18021"/>
                      </a:lnTo>
                      <a:lnTo>
                        <a:pt x="12789" y="16169"/>
                      </a:lnTo>
                      <a:cubicBezTo>
                        <a:pt x="11540" y="15588"/>
                        <a:pt x="10440" y="14873"/>
                        <a:pt x="9531" y="14053"/>
                      </a:cubicBezTo>
                      <a:cubicBezTo>
                        <a:pt x="8004" y="12677"/>
                        <a:pt x="7058" y="11047"/>
                        <a:pt x="6794" y="9337"/>
                      </a:cubicBezTo>
                      <a:lnTo>
                        <a:pt x="8036" y="5987"/>
                      </a:lnTo>
                      <a:lnTo>
                        <a:pt x="10910" y="3033"/>
                      </a:lnTo>
                      <a:lnTo>
                        <a:pt x="10649" y="400"/>
                      </a:lnTo>
                      <a:lnTo>
                        <a:pt x="8167" y="0"/>
                      </a:lnTo>
                      <a:lnTo>
                        <a:pt x="4816" y="883"/>
                      </a:lnTo>
                      <a:close/>
                    </a:path>
                  </a:pathLst>
                </a:custGeom>
                <a:solidFill>
                  <a:schemeClr val="accent1">
                    <a:lumMod val="100000"/>
                  </a:schemeClr>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7" name="îṡliḋé"/>
                <p:cNvSpPr/>
                <p:nvPr/>
              </p:nvSpPr>
              <p:spPr>
                <a:xfrm>
                  <a:off x="6174316" y="2542132"/>
                  <a:ext cx="35655" cy="15846"/>
                </a:xfrm>
                <a:custGeom>
                  <a:avLst/>
                  <a:gdLst/>
                  <a:ahLst/>
                  <a:cxnLst>
                    <a:cxn ang="0">
                      <a:pos x="wd2" y="hd2"/>
                    </a:cxn>
                    <a:cxn ang="5400000">
                      <a:pos x="wd2" y="hd2"/>
                    </a:cxn>
                    <a:cxn ang="10800000">
                      <a:pos x="wd2" y="hd2"/>
                    </a:cxn>
                    <a:cxn ang="16200000">
                      <a:pos x="wd2" y="hd2"/>
                    </a:cxn>
                  </a:cxnLst>
                  <a:rect l="0" t="0" r="r" b="b"/>
                  <a:pathLst>
                    <a:path w="21600" h="21600" extrusionOk="0">
                      <a:moveTo>
                        <a:pt x="7085" y="0"/>
                      </a:moveTo>
                      <a:lnTo>
                        <a:pt x="972" y="5474"/>
                      </a:lnTo>
                      <a:lnTo>
                        <a:pt x="0" y="16008"/>
                      </a:lnTo>
                      <a:lnTo>
                        <a:pt x="7225" y="19736"/>
                      </a:lnTo>
                      <a:lnTo>
                        <a:pt x="17448" y="21600"/>
                      </a:lnTo>
                      <a:lnTo>
                        <a:pt x="21600" y="17250"/>
                      </a:lnTo>
                      <a:lnTo>
                        <a:pt x="13069" y="10419"/>
                      </a:lnTo>
                      <a:lnTo>
                        <a:pt x="7085" y="0"/>
                      </a:lnTo>
                      <a:close/>
                    </a:path>
                  </a:pathLst>
                </a:custGeom>
                <a:solidFill>
                  <a:schemeClr val="accent1"/>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8" name="íśļíḍé"/>
                <p:cNvSpPr/>
                <p:nvPr/>
              </p:nvSpPr>
              <p:spPr>
                <a:xfrm>
                  <a:off x="6311431" y="2675206"/>
                  <a:ext cx="21133" cy="15846"/>
                </a:xfrm>
                <a:custGeom>
                  <a:avLst/>
                  <a:gdLst/>
                  <a:ahLst/>
                  <a:cxnLst>
                    <a:cxn ang="0">
                      <a:pos x="wd2" y="hd2"/>
                    </a:cxn>
                    <a:cxn ang="5400000">
                      <a:pos x="wd2" y="hd2"/>
                    </a:cxn>
                    <a:cxn ang="10800000">
                      <a:pos x="wd2" y="hd2"/>
                    </a:cxn>
                    <a:cxn ang="16200000">
                      <a:pos x="wd2" y="hd2"/>
                    </a:cxn>
                  </a:cxnLst>
                  <a:rect l="0" t="0" r="r" b="b"/>
                  <a:pathLst>
                    <a:path w="21600" h="21600" extrusionOk="0">
                      <a:moveTo>
                        <a:pt x="0" y="4135"/>
                      </a:moveTo>
                      <a:lnTo>
                        <a:pt x="12337" y="0"/>
                      </a:lnTo>
                      <a:lnTo>
                        <a:pt x="21600" y="7234"/>
                      </a:lnTo>
                      <a:lnTo>
                        <a:pt x="19684" y="17746"/>
                      </a:lnTo>
                      <a:lnTo>
                        <a:pt x="3843" y="21600"/>
                      </a:lnTo>
                      <a:lnTo>
                        <a:pt x="0" y="4135"/>
                      </a:lnTo>
                      <a:close/>
                    </a:path>
                  </a:pathLst>
                </a:custGeom>
                <a:solidFill>
                  <a:schemeClr val="accent1"/>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9" name="iSļïḓè"/>
                <p:cNvSpPr/>
                <p:nvPr/>
              </p:nvSpPr>
              <p:spPr>
                <a:xfrm>
                  <a:off x="6362710" y="2545929"/>
                  <a:ext cx="25401" cy="1584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5068" y="0"/>
                      </a:lnTo>
                      <a:lnTo>
                        <a:pt x="21600" y="20842"/>
                      </a:lnTo>
                      <a:lnTo>
                        <a:pt x="11129" y="21600"/>
                      </a:lnTo>
                      <a:lnTo>
                        <a:pt x="4232" y="12381"/>
                      </a:lnTo>
                      <a:lnTo>
                        <a:pt x="0" y="0"/>
                      </a:lnTo>
                      <a:close/>
                    </a:path>
                  </a:pathLst>
                </a:custGeom>
                <a:solidFill>
                  <a:schemeClr val="accent1"/>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0" name="íŝ1îdè"/>
                <p:cNvSpPr/>
                <p:nvPr/>
              </p:nvSpPr>
              <p:spPr>
                <a:xfrm>
                  <a:off x="7273785" y="3477111"/>
                  <a:ext cx="21636" cy="85733"/>
                </a:xfrm>
                <a:custGeom>
                  <a:avLst/>
                  <a:gdLst/>
                  <a:ahLst/>
                  <a:cxnLst>
                    <a:cxn ang="0">
                      <a:pos x="wd2" y="hd2"/>
                    </a:cxn>
                    <a:cxn ang="5400000">
                      <a:pos x="wd2" y="hd2"/>
                    </a:cxn>
                    <a:cxn ang="10800000">
                      <a:pos x="wd2" y="hd2"/>
                    </a:cxn>
                    <a:cxn ang="16200000">
                      <a:pos x="wd2" y="hd2"/>
                    </a:cxn>
                  </a:cxnLst>
                  <a:rect l="0" t="0" r="r" b="b"/>
                  <a:pathLst>
                    <a:path w="21600" h="21600" extrusionOk="0">
                      <a:moveTo>
                        <a:pt x="2566" y="0"/>
                      </a:moveTo>
                      <a:lnTo>
                        <a:pt x="0" y="3702"/>
                      </a:lnTo>
                      <a:lnTo>
                        <a:pt x="4134" y="6979"/>
                      </a:lnTo>
                      <a:lnTo>
                        <a:pt x="11935" y="11996"/>
                      </a:lnTo>
                      <a:lnTo>
                        <a:pt x="8728" y="15935"/>
                      </a:lnTo>
                      <a:lnTo>
                        <a:pt x="16067" y="21600"/>
                      </a:lnTo>
                      <a:lnTo>
                        <a:pt x="19274" y="18262"/>
                      </a:lnTo>
                      <a:lnTo>
                        <a:pt x="17350" y="15847"/>
                      </a:lnTo>
                      <a:lnTo>
                        <a:pt x="21600" y="12725"/>
                      </a:lnTo>
                      <a:lnTo>
                        <a:pt x="15399" y="9495"/>
                      </a:lnTo>
                      <a:lnTo>
                        <a:pt x="11337" y="3243"/>
                      </a:lnTo>
                      <a:lnTo>
                        <a:pt x="2566" y="0"/>
                      </a:lnTo>
                      <a:close/>
                    </a:path>
                  </a:pathLst>
                </a:custGeom>
                <a:solidFill>
                  <a:schemeClr val="accent1"/>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1" name="îŝlïḓê"/>
                <p:cNvSpPr/>
                <p:nvPr/>
              </p:nvSpPr>
              <p:spPr>
                <a:xfrm>
                  <a:off x="6569221" y="4213596"/>
                  <a:ext cx="17151" cy="19396"/>
                </a:xfrm>
                <a:custGeom>
                  <a:avLst/>
                  <a:gdLst/>
                  <a:ahLst/>
                  <a:cxnLst>
                    <a:cxn ang="0">
                      <a:pos x="wd2" y="hd2"/>
                    </a:cxn>
                    <a:cxn ang="5400000">
                      <a:pos x="wd2" y="hd2"/>
                    </a:cxn>
                    <a:cxn ang="10800000">
                      <a:pos x="wd2" y="hd2"/>
                    </a:cxn>
                    <a:cxn ang="16200000">
                      <a:pos x="wd2" y="hd2"/>
                    </a:cxn>
                  </a:cxnLst>
                  <a:rect l="0" t="0" r="r" b="b"/>
                  <a:pathLst>
                    <a:path w="21600" h="21600" extrusionOk="0">
                      <a:moveTo>
                        <a:pt x="7955" y="0"/>
                      </a:moveTo>
                      <a:lnTo>
                        <a:pt x="0" y="7659"/>
                      </a:lnTo>
                      <a:lnTo>
                        <a:pt x="4614" y="21600"/>
                      </a:lnTo>
                      <a:lnTo>
                        <a:pt x="19982" y="20169"/>
                      </a:lnTo>
                      <a:lnTo>
                        <a:pt x="21600" y="6129"/>
                      </a:lnTo>
                      <a:lnTo>
                        <a:pt x="7955" y="0"/>
                      </a:lnTo>
                      <a:close/>
                    </a:path>
                  </a:pathLst>
                </a:custGeom>
                <a:solidFill>
                  <a:schemeClr val="accent1"/>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2" name="îšḻîdé"/>
                <p:cNvSpPr/>
                <p:nvPr/>
              </p:nvSpPr>
              <p:spPr>
                <a:xfrm>
                  <a:off x="6595142" y="4312461"/>
                  <a:ext cx="166909" cy="261209"/>
                </a:xfrm>
                <a:custGeom>
                  <a:avLst/>
                  <a:gdLst/>
                  <a:ahLst/>
                  <a:cxnLst>
                    <a:cxn ang="0">
                      <a:pos x="wd2" y="hd2"/>
                    </a:cxn>
                    <a:cxn ang="5400000">
                      <a:pos x="wd2" y="hd2"/>
                    </a:cxn>
                    <a:cxn ang="10800000">
                      <a:pos x="wd2" y="hd2"/>
                    </a:cxn>
                    <a:cxn ang="16200000">
                      <a:pos x="wd2" y="hd2"/>
                    </a:cxn>
                  </a:cxnLst>
                  <a:rect l="0" t="0" r="r" b="b"/>
                  <a:pathLst>
                    <a:path w="21600" h="21600" extrusionOk="0">
                      <a:moveTo>
                        <a:pt x="18346" y="656"/>
                      </a:moveTo>
                      <a:lnTo>
                        <a:pt x="17957" y="1574"/>
                      </a:lnTo>
                      <a:lnTo>
                        <a:pt x="17583" y="2358"/>
                      </a:lnTo>
                      <a:lnTo>
                        <a:pt x="16509" y="2674"/>
                      </a:lnTo>
                      <a:lnTo>
                        <a:pt x="15882" y="3110"/>
                      </a:lnTo>
                      <a:lnTo>
                        <a:pt x="14980" y="4206"/>
                      </a:lnTo>
                      <a:cubicBezTo>
                        <a:pt x="14751" y="4683"/>
                        <a:pt x="14298" y="5103"/>
                        <a:pt x="13683" y="5410"/>
                      </a:cubicBezTo>
                      <a:cubicBezTo>
                        <a:pt x="13153" y="5675"/>
                        <a:pt x="12527" y="5843"/>
                        <a:pt x="11935" y="6048"/>
                      </a:cubicBezTo>
                      <a:cubicBezTo>
                        <a:pt x="11077" y="6344"/>
                        <a:pt x="10290" y="6720"/>
                        <a:pt x="9421" y="7004"/>
                      </a:cubicBezTo>
                      <a:cubicBezTo>
                        <a:pt x="8684" y="7244"/>
                        <a:pt x="7895" y="7417"/>
                        <a:pt x="7190" y="7694"/>
                      </a:cubicBezTo>
                      <a:cubicBezTo>
                        <a:pt x="6649" y="7907"/>
                        <a:pt x="6169" y="8176"/>
                        <a:pt x="5769" y="8491"/>
                      </a:cubicBezTo>
                      <a:cubicBezTo>
                        <a:pt x="5991" y="8843"/>
                        <a:pt x="5996" y="9235"/>
                        <a:pt x="5785" y="9589"/>
                      </a:cubicBezTo>
                      <a:cubicBezTo>
                        <a:pt x="5558" y="9971"/>
                        <a:pt x="5098" y="10277"/>
                        <a:pt x="4510" y="10439"/>
                      </a:cubicBezTo>
                      <a:lnTo>
                        <a:pt x="4024" y="11322"/>
                      </a:lnTo>
                      <a:lnTo>
                        <a:pt x="4213" y="12258"/>
                      </a:lnTo>
                      <a:lnTo>
                        <a:pt x="5210" y="13905"/>
                      </a:lnTo>
                      <a:cubicBezTo>
                        <a:pt x="4957" y="14169"/>
                        <a:pt x="4679" y="14423"/>
                        <a:pt x="4379" y="14666"/>
                      </a:cubicBezTo>
                      <a:cubicBezTo>
                        <a:pt x="3928" y="15031"/>
                        <a:pt x="3420" y="15373"/>
                        <a:pt x="2771" y="15585"/>
                      </a:cubicBezTo>
                      <a:cubicBezTo>
                        <a:pt x="2257" y="15753"/>
                        <a:pt x="1679" y="15828"/>
                        <a:pt x="1177" y="16010"/>
                      </a:cubicBezTo>
                      <a:cubicBezTo>
                        <a:pt x="654" y="16198"/>
                        <a:pt x="241" y="16490"/>
                        <a:pt x="0" y="16842"/>
                      </a:cubicBezTo>
                      <a:lnTo>
                        <a:pt x="193" y="17780"/>
                      </a:lnTo>
                      <a:lnTo>
                        <a:pt x="1083" y="18820"/>
                      </a:lnTo>
                      <a:lnTo>
                        <a:pt x="671" y="20573"/>
                      </a:lnTo>
                      <a:lnTo>
                        <a:pt x="1946" y="21387"/>
                      </a:lnTo>
                      <a:lnTo>
                        <a:pt x="3470" y="21600"/>
                      </a:lnTo>
                      <a:lnTo>
                        <a:pt x="4741" y="21423"/>
                      </a:lnTo>
                      <a:lnTo>
                        <a:pt x="5652" y="20734"/>
                      </a:lnTo>
                      <a:cubicBezTo>
                        <a:pt x="5932" y="20736"/>
                        <a:pt x="6210" y="20718"/>
                        <a:pt x="6484" y="20681"/>
                      </a:cubicBezTo>
                      <a:cubicBezTo>
                        <a:pt x="6925" y="20622"/>
                        <a:pt x="7347" y="20514"/>
                        <a:pt x="7731" y="20363"/>
                      </a:cubicBezTo>
                      <a:cubicBezTo>
                        <a:pt x="8200" y="20254"/>
                        <a:pt x="8619" y="20071"/>
                        <a:pt x="8950" y="19831"/>
                      </a:cubicBezTo>
                      <a:cubicBezTo>
                        <a:pt x="9783" y="19228"/>
                        <a:pt x="9969" y="18363"/>
                        <a:pt x="9421" y="17638"/>
                      </a:cubicBezTo>
                      <a:cubicBezTo>
                        <a:pt x="10257" y="17002"/>
                        <a:pt x="10990" y="16314"/>
                        <a:pt x="11610" y="15584"/>
                      </a:cubicBezTo>
                      <a:cubicBezTo>
                        <a:pt x="12304" y="14766"/>
                        <a:pt x="12851" y="13900"/>
                        <a:pt x="13518" y="13072"/>
                      </a:cubicBezTo>
                      <a:cubicBezTo>
                        <a:pt x="13882" y="12622"/>
                        <a:pt x="14280" y="12184"/>
                        <a:pt x="14679" y="11746"/>
                      </a:cubicBezTo>
                      <a:cubicBezTo>
                        <a:pt x="15331" y="11031"/>
                        <a:pt x="15984" y="10317"/>
                        <a:pt x="16591" y="9586"/>
                      </a:cubicBezTo>
                      <a:cubicBezTo>
                        <a:pt x="16949" y="9155"/>
                        <a:pt x="17291" y="8718"/>
                        <a:pt x="17616" y="8276"/>
                      </a:cubicBezTo>
                      <a:lnTo>
                        <a:pt x="18697" y="7481"/>
                      </a:lnTo>
                      <a:lnTo>
                        <a:pt x="19552" y="6532"/>
                      </a:lnTo>
                      <a:cubicBezTo>
                        <a:pt x="19540" y="6337"/>
                        <a:pt x="19648" y="6147"/>
                        <a:pt x="19854" y="6003"/>
                      </a:cubicBezTo>
                      <a:cubicBezTo>
                        <a:pt x="20199" y="5761"/>
                        <a:pt x="20745" y="5686"/>
                        <a:pt x="21215" y="5815"/>
                      </a:cubicBezTo>
                      <a:lnTo>
                        <a:pt x="21600" y="4808"/>
                      </a:lnTo>
                      <a:lnTo>
                        <a:pt x="21600" y="3092"/>
                      </a:lnTo>
                      <a:lnTo>
                        <a:pt x="20741" y="1552"/>
                      </a:lnTo>
                      <a:lnTo>
                        <a:pt x="20159" y="826"/>
                      </a:lnTo>
                      <a:lnTo>
                        <a:pt x="19743" y="102"/>
                      </a:lnTo>
                      <a:lnTo>
                        <a:pt x="18701" y="0"/>
                      </a:lnTo>
                      <a:lnTo>
                        <a:pt x="18346" y="656"/>
                      </a:lnTo>
                      <a:close/>
                    </a:path>
                  </a:pathLst>
                </a:custGeom>
                <a:solidFill>
                  <a:schemeClr val="accent1">
                    <a:lumMod val="100000"/>
                  </a:schemeClr>
                </a:solidFill>
                <a:ln w="12700" cap="flat">
                  <a:noFill/>
                  <a:miter lim="400000"/>
                </a:ln>
                <a:effectLst/>
              </p:spPr>
              <p:txBody>
                <a:bodyPr wrap="square" lIns="91440" tIns="45720" rIns="91440" bIns="45720" anchor="ctr">
                  <a:normAutofit fontScale="70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3" name="íślîḋé"/>
                <p:cNvSpPr/>
                <p:nvPr/>
              </p:nvSpPr>
              <p:spPr>
                <a:xfrm>
                  <a:off x="6852551" y="4416527"/>
                  <a:ext cx="17046" cy="21960"/>
                </a:xfrm>
                <a:custGeom>
                  <a:avLst/>
                  <a:gdLst/>
                  <a:ahLst/>
                  <a:cxnLst>
                    <a:cxn ang="0">
                      <a:pos x="wd2" y="hd2"/>
                    </a:cxn>
                    <a:cxn ang="5400000">
                      <a:pos x="wd2" y="hd2"/>
                    </a:cxn>
                    <a:cxn ang="10800000">
                      <a:pos x="wd2" y="hd2"/>
                    </a:cxn>
                    <a:cxn ang="16200000">
                      <a:pos x="wd2" y="hd2"/>
                    </a:cxn>
                  </a:cxnLst>
                  <a:rect l="0" t="0" r="r" b="b"/>
                  <a:pathLst>
                    <a:path w="21600" h="21600" extrusionOk="0">
                      <a:moveTo>
                        <a:pt x="16859" y="0"/>
                      </a:moveTo>
                      <a:lnTo>
                        <a:pt x="6955" y="3766"/>
                      </a:lnTo>
                      <a:lnTo>
                        <a:pt x="0" y="12807"/>
                      </a:lnTo>
                      <a:lnTo>
                        <a:pt x="1520" y="21600"/>
                      </a:lnTo>
                      <a:lnTo>
                        <a:pt x="11830" y="18440"/>
                      </a:lnTo>
                      <a:lnTo>
                        <a:pt x="21600" y="7067"/>
                      </a:lnTo>
                      <a:lnTo>
                        <a:pt x="16859" y="0"/>
                      </a:lnTo>
                      <a:close/>
                    </a:path>
                  </a:pathLst>
                </a:custGeom>
                <a:solidFill>
                  <a:schemeClr val="accent1"/>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4" name="ïş1ïďé"/>
                <p:cNvSpPr/>
                <p:nvPr/>
              </p:nvSpPr>
              <p:spPr>
                <a:xfrm>
                  <a:off x="6813417" y="4443482"/>
                  <a:ext cx="15846" cy="15847"/>
                </a:xfrm>
                <a:custGeom>
                  <a:avLst/>
                  <a:gdLst/>
                  <a:ahLst/>
                  <a:cxnLst>
                    <a:cxn ang="0">
                      <a:pos x="wd2" y="hd2"/>
                    </a:cxn>
                    <a:cxn ang="5400000">
                      <a:pos x="wd2" y="hd2"/>
                    </a:cxn>
                    <a:cxn ang="10800000">
                      <a:pos x="wd2" y="hd2"/>
                    </a:cxn>
                    <a:cxn ang="16200000">
                      <a:pos x="wd2" y="hd2"/>
                    </a:cxn>
                  </a:cxnLst>
                  <a:rect l="0" t="0" r="r" b="b"/>
                  <a:pathLst>
                    <a:path w="21600" h="21600" extrusionOk="0">
                      <a:moveTo>
                        <a:pt x="14812" y="0"/>
                      </a:moveTo>
                      <a:lnTo>
                        <a:pt x="4681" y="6372"/>
                      </a:lnTo>
                      <a:lnTo>
                        <a:pt x="0" y="21600"/>
                      </a:lnTo>
                      <a:lnTo>
                        <a:pt x="14684" y="16243"/>
                      </a:lnTo>
                      <a:lnTo>
                        <a:pt x="21600" y="8805"/>
                      </a:lnTo>
                      <a:lnTo>
                        <a:pt x="14812" y="0"/>
                      </a:lnTo>
                      <a:close/>
                    </a:path>
                  </a:pathLst>
                </a:custGeom>
                <a:solidFill>
                  <a:schemeClr val="accent1"/>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5" name="išļïḋè"/>
                <p:cNvSpPr/>
                <p:nvPr/>
              </p:nvSpPr>
              <p:spPr>
                <a:xfrm>
                  <a:off x="6657771" y="4345698"/>
                  <a:ext cx="15846" cy="15846"/>
                </a:xfrm>
                <a:custGeom>
                  <a:avLst/>
                  <a:gdLst/>
                  <a:ahLst/>
                  <a:cxnLst>
                    <a:cxn ang="0">
                      <a:pos x="wd2" y="hd2"/>
                    </a:cxn>
                    <a:cxn ang="5400000">
                      <a:pos x="wd2" y="hd2"/>
                    </a:cxn>
                    <a:cxn ang="10800000">
                      <a:pos x="wd2" y="hd2"/>
                    </a:cxn>
                    <a:cxn ang="16200000">
                      <a:pos x="wd2" y="hd2"/>
                    </a:cxn>
                  </a:cxnLst>
                  <a:rect l="0" t="0" r="r" b="b"/>
                  <a:pathLst>
                    <a:path w="21600" h="21600" extrusionOk="0">
                      <a:moveTo>
                        <a:pt x="8649" y="0"/>
                      </a:moveTo>
                      <a:lnTo>
                        <a:pt x="0" y="10705"/>
                      </a:lnTo>
                      <a:lnTo>
                        <a:pt x="6331" y="21600"/>
                      </a:lnTo>
                      <a:lnTo>
                        <a:pt x="21600" y="11002"/>
                      </a:lnTo>
                      <a:lnTo>
                        <a:pt x="8649" y="0"/>
                      </a:lnTo>
                      <a:close/>
                    </a:path>
                  </a:pathLst>
                </a:custGeom>
                <a:solidFill>
                  <a:schemeClr val="accent1"/>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6" name="ïsľïḑè"/>
                <p:cNvSpPr/>
                <p:nvPr/>
              </p:nvSpPr>
              <p:spPr>
                <a:xfrm>
                  <a:off x="6646139" y="4336938"/>
                  <a:ext cx="15847" cy="15846"/>
                </a:xfrm>
                <a:custGeom>
                  <a:avLst/>
                  <a:gdLst/>
                  <a:ahLst/>
                  <a:cxnLst>
                    <a:cxn ang="0">
                      <a:pos x="wd2" y="hd2"/>
                    </a:cxn>
                    <a:cxn ang="5400000">
                      <a:pos x="wd2" y="hd2"/>
                    </a:cxn>
                    <a:cxn ang="10800000">
                      <a:pos x="wd2" y="hd2"/>
                    </a:cxn>
                    <a:cxn ang="16200000">
                      <a:pos x="wd2" y="hd2"/>
                    </a:cxn>
                  </a:cxnLst>
                  <a:rect l="0" t="0" r="r" b="b"/>
                  <a:pathLst>
                    <a:path w="21600" h="21600" extrusionOk="0">
                      <a:moveTo>
                        <a:pt x="7759" y="0"/>
                      </a:moveTo>
                      <a:lnTo>
                        <a:pt x="41" y="9426"/>
                      </a:lnTo>
                      <a:lnTo>
                        <a:pt x="0" y="21600"/>
                      </a:lnTo>
                      <a:lnTo>
                        <a:pt x="12649" y="16740"/>
                      </a:lnTo>
                      <a:lnTo>
                        <a:pt x="21600" y="5613"/>
                      </a:lnTo>
                      <a:lnTo>
                        <a:pt x="7759" y="0"/>
                      </a:lnTo>
                      <a:close/>
                    </a:path>
                  </a:pathLst>
                </a:custGeom>
                <a:solidFill>
                  <a:schemeClr val="accent1"/>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7" name="íṡľîḓé"/>
                <p:cNvSpPr/>
                <p:nvPr/>
              </p:nvSpPr>
              <p:spPr>
                <a:xfrm>
                  <a:off x="5896709" y="3183452"/>
                  <a:ext cx="39984" cy="96359"/>
                </a:xfrm>
                <a:custGeom>
                  <a:avLst/>
                  <a:gdLst/>
                  <a:ahLst/>
                  <a:cxnLst>
                    <a:cxn ang="0">
                      <a:pos x="wd2" y="hd2"/>
                    </a:cxn>
                    <a:cxn ang="5400000">
                      <a:pos x="wd2" y="hd2"/>
                    </a:cxn>
                    <a:cxn ang="10800000">
                      <a:pos x="wd2" y="hd2"/>
                    </a:cxn>
                    <a:cxn ang="16200000">
                      <a:pos x="wd2" y="hd2"/>
                    </a:cxn>
                  </a:cxnLst>
                  <a:rect l="0" t="0" r="r" b="b"/>
                  <a:pathLst>
                    <a:path w="21600" h="21600" extrusionOk="0">
                      <a:moveTo>
                        <a:pt x="11706" y="1646"/>
                      </a:moveTo>
                      <a:lnTo>
                        <a:pt x="8506" y="3359"/>
                      </a:lnTo>
                      <a:lnTo>
                        <a:pt x="11870" y="6185"/>
                      </a:lnTo>
                      <a:lnTo>
                        <a:pt x="14695" y="10345"/>
                      </a:lnTo>
                      <a:lnTo>
                        <a:pt x="8309" y="8432"/>
                      </a:lnTo>
                      <a:lnTo>
                        <a:pt x="3822" y="10864"/>
                      </a:lnTo>
                      <a:lnTo>
                        <a:pt x="4782" y="14064"/>
                      </a:lnTo>
                      <a:lnTo>
                        <a:pt x="0" y="19744"/>
                      </a:lnTo>
                      <a:lnTo>
                        <a:pt x="7410" y="21600"/>
                      </a:lnTo>
                      <a:cubicBezTo>
                        <a:pt x="9359" y="21215"/>
                        <a:pt x="11169" y="20720"/>
                        <a:pt x="12788" y="20128"/>
                      </a:cubicBezTo>
                      <a:cubicBezTo>
                        <a:pt x="15690" y="19068"/>
                        <a:pt x="17915" y="17727"/>
                        <a:pt x="19267" y="16224"/>
                      </a:cubicBezTo>
                      <a:cubicBezTo>
                        <a:pt x="19676" y="15596"/>
                        <a:pt x="19985" y="14957"/>
                        <a:pt x="20193" y="14312"/>
                      </a:cubicBezTo>
                      <a:cubicBezTo>
                        <a:pt x="20617" y="12996"/>
                        <a:pt x="20617" y="11661"/>
                        <a:pt x="20193" y="10344"/>
                      </a:cubicBezTo>
                      <a:cubicBezTo>
                        <a:pt x="19639" y="9493"/>
                        <a:pt x="19334" y="8617"/>
                        <a:pt x="19286" y="7736"/>
                      </a:cubicBezTo>
                      <a:cubicBezTo>
                        <a:pt x="19228" y="6678"/>
                        <a:pt x="19540" y="5621"/>
                        <a:pt x="20212" y="4600"/>
                      </a:cubicBezTo>
                      <a:lnTo>
                        <a:pt x="21600" y="2360"/>
                      </a:lnTo>
                      <a:lnTo>
                        <a:pt x="17454" y="0"/>
                      </a:lnTo>
                      <a:lnTo>
                        <a:pt x="11706" y="1646"/>
                      </a:lnTo>
                      <a:close/>
                    </a:path>
                  </a:pathLst>
                </a:custGeom>
                <a:solidFill>
                  <a:schemeClr val="accent1">
                    <a:lumMod val="100000"/>
                  </a:schemeClr>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8" name="ïṥ1iḍè"/>
                <p:cNvSpPr/>
                <p:nvPr/>
              </p:nvSpPr>
              <p:spPr>
                <a:xfrm>
                  <a:off x="5797808" y="3225353"/>
                  <a:ext cx="47225" cy="32282"/>
                </a:xfrm>
                <a:custGeom>
                  <a:avLst/>
                  <a:gdLst/>
                  <a:ahLst/>
                  <a:cxnLst>
                    <a:cxn ang="0">
                      <a:pos x="wd2" y="hd2"/>
                    </a:cxn>
                    <a:cxn ang="5400000">
                      <a:pos x="wd2" y="hd2"/>
                    </a:cxn>
                    <a:cxn ang="10800000">
                      <a:pos x="wd2" y="hd2"/>
                    </a:cxn>
                    <a:cxn ang="16200000">
                      <a:pos x="wd2" y="hd2"/>
                    </a:cxn>
                  </a:cxnLst>
                  <a:rect l="0" t="0" r="r" b="b"/>
                  <a:pathLst>
                    <a:path w="21600" h="21290" extrusionOk="0">
                      <a:moveTo>
                        <a:pt x="9770" y="3686"/>
                      </a:moveTo>
                      <a:lnTo>
                        <a:pt x="3715" y="6276"/>
                      </a:lnTo>
                      <a:lnTo>
                        <a:pt x="0" y="16005"/>
                      </a:lnTo>
                      <a:cubicBezTo>
                        <a:pt x="1247" y="19524"/>
                        <a:pt x="3850" y="21600"/>
                        <a:pt x="6580" y="21252"/>
                      </a:cubicBezTo>
                      <a:cubicBezTo>
                        <a:pt x="8984" y="20946"/>
                        <a:pt x="11084" y="18784"/>
                        <a:pt x="12065" y="15605"/>
                      </a:cubicBezTo>
                      <a:lnTo>
                        <a:pt x="17159" y="10520"/>
                      </a:lnTo>
                      <a:lnTo>
                        <a:pt x="21600" y="4871"/>
                      </a:lnTo>
                      <a:lnTo>
                        <a:pt x="19249" y="0"/>
                      </a:lnTo>
                      <a:lnTo>
                        <a:pt x="15510" y="2699"/>
                      </a:lnTo>
                      <a:lnTo>
                        <a:pt x="9770" y="3686"/>
                      </a:lnTo>
                      <a:close/>
                    </a:path>
                  </a:pathLst>
                </a:custGeom>
                <a:solidFill>
                  <a:schemeClr val="accent1">
                    <a:lumMod val="100000"/>
                  </a:schemeClr>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9" name="işļíḓe"/>
                <p:cNvSpPr/>
                <p:nvPr/>
              </p:nvSpPr>
              <p:spPr>
                <a:xfrm>
                  <a:off x="6002136" y="3331942"/>
                  <a:ext cx="18945" cy="17035"/>
                </a:xfrm>
                <a:custGeom>
                  <a:avLst/>
                  <a:gdLst/>
                  <a:ahLst/>
                  <a:cxnLst>
                    <a:cxn ang="0">
                      <a:pos x="wd2" y="hd2"/>
                    </a:cxn>
                    <a:cxn ang="5400000">
                      <a:pos x="wd2" y="hd2"/>
                    </a:cxn>
                    <a:cxn ang="10800000">
                      <a:pos x="wd2" y="hd2"/>
                    </a:cxn>
                    <a:cxn ang="16200000">
                      <a:pos x="wd2" y="hd2"/>
                    </a:cxn>
                  </a:cxnLst>
                  <a:rect l="0" t="0" r="r" b="b"/>
                  <a:pathLst>
                    <a:path w="21600" h="21600" extrusionOk="0">
                      <a:moveTo>
                        <a:pt x="8216" y="0"/>
                      </a:moveTo>
                      <a:lnTo>
                        <a:pt x="0" y="11586"/>
                      </a:lnTo>
                      <a:lnTo>
                        <a:pt x="7029" y="21600"/>
                      </a:lnTo>
                      <a:lnTo>
                        <a:pt x="18710" y="21600"/>
                      </a:lnTo>
                      <a:lnTo>
                        <a:pt x="21600" y="9745"/>
                      </a:lnTo>
                      <a:lnTo>
                        <a:pt x="8216" y="0"/>
                      </a:lnTo>
                      <a:close/>
                    </a:path>
                  </a:pathLst>
                </a:custGeom>
                <a:solidFill>
                  <a:schemeClr val="accent1"/>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0" name="iṣḷîḓê"/>
                <p:cNvSpPr/>
                <p:nvPr/>
              </p:nvSpPr>
              <p:spPr>
                <a:xfrm>
                  <a:off x="5772652" y="3260712"/>
                  <a:ext cx="15846" cy="15847"/>
                </a:xfrm>
                <a:custGeom>
                  <a:avLst/>
                  <a:gdLst/>
                  <a:ahLst/>
                  <a:cxnLst>
                    <a:cxn ang="0">
                      <a:pos x="wd2" y="hd2"/>
                    </a:cxn>
                    <a:cxn ang="5400000">
                      <a:pos x="wd2" y="hd2"/>
                    </a:cxn>
                    <a:cxn ang="10800000">
                      <a:pos x="wd2" y="hd2"/>
                    </a:cxn>
                    <a:cxn ang="16200000">
                      <a:pos x="wd2" y="hd2"/>
                    </a:cxn>
                  </a:cxnLst>
                  <a:rect l="0" t="0" r="r" b="b"/>
                  <a:pathLst>
                    <a:path w="21600" h="21600" extrusionOk="0">
                      <a:moveTo>
                        <a:pt x="15718" y="0"/>
                      </a:moveTo>
                      <a:lnTo>
                        <a:pt x="0" y="13353"/>
                      </a:lnTo>
                      <a:lnTo>
                        <a:pt x="21600" y="21600"/>
                      </a:lnTo>
                      <a:lnTo>
                        <a:pt x="15718" y="0"/>
                      </a:lnTo>
                      <a:close/>
                    </a:path>
                  </a:pathLst>
                </a:custGeom>
                <a:solidFill>
                  <a:schemeClr val="accent1"/>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1" name="íšļîḓê"/>
                <p:cNvSpPr/>
                <p:nvPr/>
              </p:nvSpPr>
              <p:spPr>
                <a:xfrm>
                  <a:off x="6336327" y="3322673"/>
                  <a:ext cx="53421" cy="36410"/>
                </a:xfrm>
                <a:custGeom>
                  <a:avLst/>
                  <a:gdLst/>
                  <a:ahLst/>
                  <a:cxnLst>
                    <a:cxn ang="0">
                      <a:pos x="wd2" y="hd2"/>
                    </a:cxn>
                    <a:cxn ang="5400000">
                      <a:pos x="wd2" y="hd2"/>
                    </a:cxn>
                    <a:cxn ang="10800000">
                      <a:pos x="wd2" y="hd2"/>
                    </a:cxn>
                    <a:cxn ang="16200000">
                      <a:pos x="wd2" y="hd2"/>
                    </a:cxn>
                  </a:cxnLst>
                  <a:rect l="0" t="0" r="r" b="b"/>
                  <a:pathLst>
                    <a:path w="21600" h="21096" extrusionOk="0">
                      <a:moveTo>
                        <a:pt x="16791" y="1649"/>
                      </a:moveTo>
                      <a:lnTo>
                        <a:pt x="11726" y="4110"/>
                      </a:lnTo>
                      <a:lnTo>
                        <a:pt x="3733" y="7282"/>
                      </a:lnTo>
                      <a:lnTo>
                        <a:pt x="0" y="13714"/>
                      </a:lnTo>
                      <a:lnTo>
                        <a:pt x="2485" y="19148"/>
                      </a:lnTo>
                      <a:cubicBezTo>
                        <a:pt x="4278" y="21053"/>
                        <a:pt x="6603" y="21600"/>
                        <a:pt x="8727" y="20616"/>
                      </a:cubicBezTo>
                      <a:cubicBezTo>
                        <a:pt x="10473" y="19807"/>
                        <a:pt x="11919" y="18026"/>
                        <a:pt x="12738" y="15673"/>
                      </a:cubicBezTo>
                      <a:cubicBezTo>
                        <a:pt x="13681" y="13711"/>
                        <a:pt x="14802" y="11938"/>
                        <a:pt x="16072" y="10401"/>
                      </a:cubicBezTo>
                      <a:cubicBezTo>
                        <a:pt x="17334" y="8875"/>
                        <a:pt x="18732" y="7595"/>
                        <a:pt x="20229" y="6596"/>
                      </a:cubicBezTo>
                      <a:lnTo>
                        <a:pt x="21600" y="0"/>
                      </a:lnTo>
                      <a:lnTo>
                        <a:pt x="16791" y="1649"/>
                      </a:lnTo>
                      <a:close/>
                    </a:path>
                  </a:pathLst>
                </a:custGeom>
                <a:solidFill>
                  <a:schemeClr val="accent1"/>
                </a:solidFill>
                <a:ln w="12700" cap="flat">
                  <a:noFill/>
                  <a:miter lim="400000"/>
                </a:ln>
                <a:effectLst/>
              </p:spPr>
              <p:txBody>
                <a:bodyPr wrap="square" lIns="91440" tIns="45720" rIns="91440" bIns="45720" anchor="ctr">
                  <a:normAutofit fontScale="25000" lnSpcReduction="20000"/>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2" name="íṥļïdê"/>
                <p:cNvSpPr/>
                <p:nvPr/>
              </p:nvSpPr>
              <p:spPr>
                <a:xfrm>
                  <a:off x="4860234" y="3629485"/>
                  <a:ext cx="242939" cy="753336"/>
                </a:xfrm>
                <a:custGeom>
                  <a:avLst/>
                  <a:gdLst/>
                  <a:ahLst/>
                  <a:cxnLst>
                    <a:cxn ang="0">
                      <a:pos x="wd2" y="hd2"/>
                    </a:cxn>
                    <a:cxn ang="5400000">
                      <a:pos x="wd2" y="hd2"/>
                    </a:cxn>
                    <a:cxn ang="10800000">
                      <a:pos x="wd2" y="hd2"/>
                    </a:cxn>
                    <a:cxn ang="16200000">
                      <a:pos x="wd2" y="hd2"/>
                    </a:cxn>
                  </a:cxnLst>
                  <a:rect l="0" t="0" r="r" b="b"/>
                  <a:pathLst>
                    <a:path w="21206" h="21600" extrusionOk="0">
                      <a:moveTo>
                        <a:pt x="87" y="0"/>
                      </a:moveTo>
                      <a:lnTo>
                        <a:pt x="3105" y="1351"/>
                      </a:lnTo>
                      <a:lnTo>
                        <a:pt x="4941" y="2158"/>
                      </a:lnTo>
                      <a:lnTo>
                        <a:pt x="4813" y="2625"/>
                      </a:lnTo>
                      <a:lnTo>
                        <a:pt x="5430" y="3306"/>
                      </a:lnTo>
                      <a:lnTo>
                        <a:pt x="5374" y="4036"/>
                      </a:lnTo>
                      <a:lnTo>
                        <a:pt x="5264" y="4778"/>
                      </a:lnTo>
                      <a:lnTo>
                        <a:pt x="5322" y="5440"/>
                      </a:lnTo>
                      <a:cubicBezTo>
                        <a:pt x="5337" y="5651"/>
                        <a:pt x="5470" y="5859"/>
                        <a:pt x="5714" y="6054"/>
                      </a:cubicBezTo>
                      <a:cubicBezTo>
                        <a:pt x="5921" y="6219"/>
                        <a:pt x="6204" y="6372"/>
                        <a:pt x="6553" y="6508"/>
                      </a:cubicBezTo>
                      <a:lnTo>
                        <a:pt x="7298" y="6936"/>
                      </a:lnTo>
                      <a:cubicBezTo>
                        <a:pt x="7568" y="7062"/>
                        <a:pt x="7842" y="7187"/>
                        <a:pt x="8121" y="7311"/>
                      </a:cubicBezTo>
                      <a:cubicBezTo>
                        <a:pt x="8309" y="7394"/>
                        <a:pt x="8500" y="7477"/>
                        <a:pt x="8693" y="7560"/>
                      </a:cubicBezTo>
                      <a:lnTo>
                        <a:pt x="9067" y="7873"/>
                      </a:lnTo>
                      <a:lnTo>
                        <a:pt x="9270" y="8148"/>
                      </a:lnTo>
                      <a:lnTo>
                        <a:pt x="9644" y="8473"/>
                      </a:lnTo>
                      <a:lnTo>
                        <a:pt x="10224" y="8718"/>
                      </a:lnTo>
                      <a:lnTo>
                        <a:pt x="10971" y="8927"/>
                      </a:lnTo>
                      <a:lnTo>
                        <a:pt x="11380" y="9116"/>
                      </a:lnTo>
                      <a:lnTo>
                        <a:pt x="12069" y="9367"/>
                      </a:lnTo>
                      <a:lnTo>
                        <a:pt x="13945" y="10058"/>
                      </a:lnTo>
                      <a:lnTo>
                        <a:pt x="14784" y="10450"/>
                      </a:lnTo>
                      <a:lnTo>
                        <a:pt x="15008" y="10910"/>
                      </a:lnTo>
                      <a:lnTo>
                        <a:pt x="15513" y="11253"/>
                      </a:lnTo>
                      <a:lnTo>
                        <a:pt x="16260" y="11824"/>
                      </a:lnTo>
                      <a:lnTo>
                        <a:pt x="17456" y="12180"/>
                      </a:lnTo>
                      <a:lnTo>
                        <a:pt x="18970" y="12628"/>
                      </a:lnTo>
                      <a:lnTo>
                        <a:pt x="19737" y="13032"/>
                      </a:lnTo>
                      <a:lnTo>
                        <a:pt x="20129" y="13566"/>
                      </a:lnTo>
                      <a:cubicBezTo>
                        <a:pt x="20317" y="13735"/>
                        <a:pt x="20393" y="13915"/>
                        <a:pt x="20353" y="14094"/>
                      </a:cubicBezTo>
                      <a:cubicBezTo>
                        <a:pt x="20310" y="14285"/>
                        <a:pt x="20136" y="14470"/>
                        <a:pt x="19905" y="14646"/>
                      </a:cubicBezTo>
                      <a:cubicBezTo>
                        <a:pt x="19688" y="14811"/>
                        <a:pt x="19422" y="14969"/>
                        <a:pt x="19232" y="15137"/>
                      </a:cubicBezTo>
                      <a:cubicBezTo>
                        <a:pt x="19023" y="15322"/>
                        <a:pt x="18910" y="15517"/>
                        <a:pt x="18896" y="15715"/>
                      </a:cubicBezTo>
                      <a:cubicBezTo>
                        <a:pt x="18962" y="15855"/>
                        <a:pt x="18981" y="15997"/>
                        <a:pt x="18952" y="16138"/>
                      </a:cubicBezTo>
                      <a:cubicBezTo>
                        <a:pt x="18917" y="16303"/>
                        <a:pt x="18816" y="16467"/>
                        <a:pt x="18653" y="16623"/>
                      </a:cubicBezTo>
                      <a:lnTo>
                        <a:pt x="18190" y="16819"/>
                      </a:lnTo>
                      <a:lnTo>
                        <a:pt x="18900" y="17310"/>
                      </a:lnTo>
                      <a:lnTo>
                        <a:pt x="19293" y="17665"/>
                      </a:lnTo>
                      <a:lnTo>
                        <a:pt x="19442" y="18088"/>
                      </a:lnTo>
                      <a:lnTo>
                        <a:pt x="19386" y="18425"/>
                      </a:lnTo>
                      <a:lnTo>
                        <a:pt x="20250" y="18935"/>
                      </a:lnTo>
                      <a:lnTo>
                        <a:pt x="20306" y="19338"/>
                      </a:lnTo>
                      <a:lnTo>
                        <a:pt x="20475" y="20172"/>
                      </a:lnTo>
                      <a:lnTo>
                        <a:pt x="21206" y="21600"/>
                      </a:lnTo>
                      <a:cubicBezTo>
                        <a:pt x="13816" y="18492"/>
                        <a:pt x="8189" y="14973"/>
                        <a:pt x="4593" y="11211"/>
                      </a:cubicBezTo>
                      <a:cubicBezTo>
                        <a:pt x="1131" y="7587"/>
                        <a:pt x="-394" y="3794"/>
                        <a:pt x="87" y="0"/>
                      </a:cubicBezTo>
                      <a:close/>
                    </a:path>
                  </a:pathLst>
                </a:custGeom>
                <a:solidFill>
                  <a:schemeClr val="accent1">
                    <a:lumMod val="100000"/>
                  </a:schemeClr>
                </a:solidFill>
                <a:ln w="12700" cap="flat">
                  <a:noFill/>
                  <a:miter lim="400000"/>
                </a:ln>
                <a:effectLst/>
              </p:spPr>
              <p:txBody>
                <a:bodyPr wrap="square" lIns="91440" tIns="45720" rIns="91440" bIns="45720" anchor="ctr">
                  <a:normAutofit/>
                </a:bodyPr>
                <a:lstStyle/>
                <a:p>
                  <a:pPr algn="ctr"/>
                  <a:endParaRPr>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grpSp>
      <p:sp>
        <p:nvSpPr>
          <p:cNvPr id="67" name="矩形 66"/>
          <p:cNvSpPr/>
          <p:nvPr/>
        </p:nvSpPr>
        <p:spPr>
          <a:xfrm>
            <a:off x="698295" y="2348635"/>
            <a:ext cx="2857530" cy="1092607"/>
          </a:xfrm>
          <a:prstGeom prst="rect">
            <a:avLst/>
          </a:prstGeom>
        </p:spPr>
        <p:txBody>
          <a:bodyPr wrap="square">
            <a:spAutoFit/>
          </a:bodyPr>
          <a:lstStyle/>
          <a:p>
            <a:pPr marL="285750" indent="-285750" algn="r">
              <a:lnSpc>
                <a:spcPct val="150000"/>
              </a:lnSpc>
              <a:spcAft>
                <a:spcPts val="600"/>
              </a:spcAft>
              <a:buFont typeface="Wingdings" panose="05000000000000000000" pitchFamily="2" charset="2"/>
              <a:buChar char="l"/>
            </a:pPr>
            <a:r>
              <a:rPr lang="zh-CN" altLang="en-US" sz="16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a:t>
            </a:r>
            <a:endParaRPr lang="en-US" altLang="zh-CN" sz="105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8" name="矩形 67"/>
          <p:cNvSpPr/>
          <p:nvPr/>
        </p:nvSpPr>
        <p:spPr>
          <a:xfrm>
            <a:off x="698295" y="4283182"/>
            <a:ext cx="2857530" cy="1092607"/>
          </a:xfrm>
          <a:prstGeom prst="rect">
            <a:avLst/>
          </a:prstGeom>
        </p:spPr>
        <p:txBody>
          <a:bodyPr wrap="square">
            <a:spAutoFit/>
          </a:bodyPr>
          <a:lstStyle/>
          <a:p>
            <a:pPr marL="285750" indent="-285750" algn="r">
              <a:lnSpc>
                <a:spcPct val="150000"/>
              </a:lnSpc>
              <a:spcAft>
                <a:spcPts val="600"/>
              </a:spcAft>
              <a:buFont typeface="Wingdings" panose="05000000000000000000" pitchFamily="2" charset="2"/>
              <a:buChar char="l"/>
            </a:pPr>
            <a:r>
              <a:rPr lang="zh-CN" altLang="en-US" sz="16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a:t>
            </a:r>
            <a:endParaRPr lang="en-US" altLang="zh-CN" sz="105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9" name="矩形 68"/>
          <p:cNvSpPr/>
          <p:nvPr/>
        </p:nvSpPr>
        <p:spPr>
          <a:xfrm>
            <a:off x="8681846" y="2348635"/>
            <a:ext cx="2857530" cy="1092607"/>
          </a:xfrm>
          <a:prstGeom prst="rect">
            <a:avLst/>
          </a:prstGeom>
        </p:spPr>
        <p:txBody>
          <a:bodyPr wrap="square">
            <a:spAutoFit/>
          </a:bodyPr>
          <a:lstStyle/>
          <a:p>
            <a:pPr marL="285750" indent="-285750">
              <a:lnSpc>
                <a:spcPct val="150000"/>
              </a:lnSpc>
              <a:spcAft>
                <a:spcPts val="600"/>
              </a:spcAft>
              <a:buFont typeface="Wingdings" panose="05000000000000000000" pitchFamily="2" charset="2"/>
              <a:buChar char="l"/>
            </a:pPr>
            <a:r>
              <a:rPr lang="zh-CN" altLang="en-US" sz="16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a:t>
            </a:r>
            <a:endParaRPr lang="en-US" altLang="zh-CN" sz="105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0" name="矩形 69"/>
          <p:cNvSpPr/>
          <p:nvPr/>
        </p:nvSpPr>
        <p:spPr>
          <a:xfrm>
            <a:off x="8681846" y="4275258"/>
            <a:ext cx="2857530" cy="1092607"/>
          </a:xfrm>
          <a:prstGeom prst="rect">
            <a:avLst/>
          </a:prstGeom>
        </p:spPr>
        <p:txBody>
          <a:bodyPr wrap="square">
            <a:spAutoFit/>
          </a:bodyPr>
          <a:lstStyle/>
          <a:p>
            <a:pPr marL="285750" indent="-285750">
              <a:lnSpc>
                <a:spcPct val="150000"/>
              </a:lnSpc>
              <a:spcAft>
                <a:spcPts val="600"/>
              </a:spcAft>
              <a:buFont typeface="Wingdings" panose="05000000000000000000" pitchFamily="2" charset="2"/>
              <a:buChar char="l"/>
            </a:pPr>
            <a:r>
              <a:rPr lang="zh-CN" altLang="en-US" sz="16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a:t>
            </a:r>
            <a:endParaRPr lang="en-US" altLang="zh-CN" sz="105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形状 2"/>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accent1">
              <a:lumMod val="100000"/>
            </a:schemeClr>
          </a:solidFill>
          <a:ln w="38100">
            <a:solidFill>
              <a:schemeClr val="accent1">
                <a:lumMod val="10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7941" y="569481"/>
            <a:ext cx="618131" cy="618131"/>
          </a:xfrm>
          <a:prstGeom prst="rect">
            <a:avLst/>
          </a:prstGeom>
        </p:spPr>
      </p:pic>
      <p:sp>
        <p:nvSpPr>
          <p:cNvPr id="5" name="矩形 4"/>
          <p:cNvSpPr/>
          <p:nvPr/>
        </p:nvSpPr>
        <p:spPr>
          <a:xfrm>
            <a:off x="1359000" y="647713"/>
            <a:ext cx="2464136"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1.4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研究创新点</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6" name="组合 5"/>
          <p:cNvGrpSpPr/>
          <p:nvPr/>
        </p:nvGrpSpPr>
        <p:grpSpPr>
          <a:xfrm>
            <a:off x="839338" y="1920155"/>
            <a:ext cx="3549058" cy="4213774"/>
            <a:chOff x="828125" y="461963"/>
            <a:chExt cx="4004429" cy="5577489"/>
          </a:xfrm>
        </p:grpSpPr>
        <p:sp>
          <p:nvSpPr>
            <p:cNvPr id="7" name="任意多边形 4"/>
            <p:cNvSpPr/>
            <p:nvPr/>
          </p:nvSpPr>
          <p:spPr>
            <a:xfrm>
              <a:off x="3052761" y="469197"/>
              <a:ext cx="1357312" cy="850017"/>
            </a:xfrm>
            <a:custGeom>
              <a:avLst/>
              <a:gdLst>
                <a:gd name="connsiteX0" fmla="*/ 295275 w 1295400"/>
                <a:gd name="connsiteY0" fmla="*/ 0 h 857250"/>
                <a:gd name="connsiteX1" fmla="*/ 1295400 w 1295400"/>
                <a:gd name="connsiteY1" fmla="*/ 504825 h 857250"/>
                <a:gd name="connsiteX2" fmla="*/ 847725 w 1295400"/>
                <a:gd name="connsiteY2" fmla="*/ 857250 h 857250"/>
                <a:gd name="connsiteX3" fmla="*/ 0 w 1295400"/>
                <a:gd name="connsiteY3" fmla="*/ 333375 h 857250"/>
                <a:gd name="connsiteX4" fmla="*/ 295275 w 1295400"/>
                <a:gd name="connsiteY4" fmla="*/ 0 h 857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5400" h="857250">
                  <a:moveTo>
                    <a:pt x="295275" y="0"/>
                  </a:moveTo>
                  <a:lnTo>
                    <a:pt x="1295400" y="504825"/>
                  </a:lnTo>
                  <a:lnTo>
                    <a:pt x="847725" y="857250"/>
                  </a:lnTo>
                  <a:lnTo>
                    <a:pt x="0" y="333375"/>
                  </a:lnTo>
                  <a:lnTo>
                    <a:pt x="295275" y="0"/>
                  </a:lnTo>
                  <a:close/>
                </a:path>
              </a:pathLst>
            </a:custGeom>
            <a:solidFill>
              <a:srgbClr val="6FD57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 name="任意多边形 5"/>
            <p:cNvSpPr/>
            <p:nvPr/>
          </p:nvSpPr>
          <p:spPr>
            <a:xfrm>
              <a:off x="1428954" y="1699698"/>
              <a:ext cx="3403600" cy="908548"/>
            </a:xfrm>
            <a:custGeom>
              <a:avLst/>
              <a:gdLst>
                <a:gd name="connsiteX0" fmla="*/ 819150 w 3403600"/>
                <a:gd name="connsiteY0" fmla="*/ 0 h 889000"/>
                <a:gd name="connsiteX1" fmla="*/ 3403600 w 3403600"/>
                <a:gd name="connsiteY1" fmla="*/ 330200 h 889000"/>
                <a:gd name="connsiteX2" fmla="*/ 2641600 w 3403600"/>
                <a:gd name="connsiteY2" fmla="*/ 812800 h 889000"/>
                <a:gd name="connsiteX3" fmla="*/ 0 w 3403600"/>
                <a:gd name="connsiteY3" fmla="*/ 889000 h 889000"/>
                <a:gd name="connsiteX4" fmla="*/ 819150 w 3403600"/>
                <a:gd name="connsiteY4" fmla="*/ 0 h 889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3600" h="889000">
                  <a:moveTo>
                    <a:pt x="819150" y="0"/>
                  </a:moveTo>
                  <a:lnTo>
                    <a:pt x="3403600" y="330200"/>
                  </a:lnTo>
                  <a:lnTo>
                    <a:pt x="2641600" y="812800"/>
                  </a:lnTo>
                  <a:lnTo>
                    <a:pt x="0" y="889000"/>
                  </a:lnTo>
                  <a:lnTo>
                    <a:pt x="819150" y="0"/>
                  </a:lnTo>
                  <a:close/>
                </a:path>
              </a:pathLst>
            </a:custGeom>
            <a:solidFill>
              <a:srgbClr val="465A6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任意多边形 6"/>
            <p:cNvSpPr/>
            <p:nvPr/>
          </p:nvSpPr>
          <p:spPr>
            <a:xfrm>
              <a:off x="1681163" y="931348"/>
              <a:ext cx="3145041" cy="2349500"/>
            </a:xfrm>
            <a:custGeom>
              <a:avLst/>
              <a:gdLst>
                <a:gd name="connsiteX0" fmla="*/ 2711450 w 3136900"/>
                <a:gd name="connsiteY0" fmla="*/ 0 h 2343150"/>
                <a:gd name="connsiteX1" fmla="*/ 3136900 w 3136900"/>
                <a:gd name="connsiteY1" fmla="*/ 920750 h 2343150"/>
                <a:gd name="connsiteX2" fmla="*/ 381000 w 3136900"/>
                <a:gd name="connsiteY2" fmla="*/ 2343150 h 2343150"/>
                <a:gd name="connsiteX3" fmla="*/ 0 w 3136900"/>
                <a:gd name="connsiteY3" fmla="*/ 2279650 h 2343150"/>
                <a:gd name="connsiteX4" fmla="*/ 2711450 w 3136900"/>
                <a:gd name="connsiteY4" fmla="*/ 0 h 2343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6900" h="2343150">
                  <a:moveTo>
                    <a:pt x="2711450" y="0"/>
                  </a:moveTo>
                  <a:lnTo>
                    <a:pt x="3136900" y="920750"/>
                  </a:lnTo>
                  <a:lnTo>
                    <a:pt x="381000" y="2343150"/>
                  </a:lnTo>
                  <a:lnTo>
                    <a:pt x="0" y="2279650"/>
                  </a:lnTo>
                  <a:lnTo>
                    <a:pt x="2711450" y="0"/>
                  </a:lnTo>
                  <a:close/>
                </a:path>
              </a:pathLst>
            </a:custGeom>
            <a:solidFill>
              <a:srgbClr val="00ACC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0" name="任意多边形 7"/>
            <p:cNvSpPr/>
            <p:nvPr/>
          </p:nvSpPr>
          <p:spPr>
            <a:xfrm>
              <a:off x="1682954" y="3204648"/>
              <a:ext cx="2533650" cy="825500"/>
            </a:xfrm>
            <a:custGeom>
              <a:avLst/>
              <a:gdLst>
                <a:gd name="connsiteX0" fmla="*/ 0 w 2533650"/>
                <a:gd name="connsiteY0" fmla="*/ 0 h 825500"/>
                <a:gd name="connsiteX1" fmla="*/ 107950 w 2533650"/>
                <a:gd name="connsiteY1" fmla="*/ 222250 h 825500"/>
                <a:gd name="connsiteX2" fmla="*/ 1898650 w 2533650"/>
                <a:gd name="connsiteY2" fmla="*/ 825500 h 825500"/>
                <a:gd name="connsiteX3" fmla="*/ 2533650 w 2533650"/>
                <a:gd name="connsiteY3" fmla="*/ 520700 h 825500"/>
                <a:gd name="connsiteX4" fmla="*/ 0 w 2533650"/>
                <a:gd name="connsiteY4" fmla="*/ 0 h 825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33650" h="825500">
                  <a:moveTo>
                    <a:pt x="0" y="0"/>
                  </a:moveTo>
                  <a:lnTo>
                    <a:pt x="107950" y="222250"/>
                  </a:lnTo>
                  <a:lnTo>
                    <a:pt x="1898650" y="825500"/>
                  </a:lnTo>
                  <a:lnTo>
                    <a:pt x="2533650" y="520700"/>
                  </a:lnTo>
                  <a:lnTo>
                    <a:pt x="0" y="0"/>
                  </a:lnTo>
                  <a:close/>
                </a:path>
              </a:pathLst>
            </a:custGeom>
            <a:solidFill>
              <a:srgbClr val="068F8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1" name="任意多边形 8"/>
            <p:cNvSpPr/>
            <p:nvPr/>
          </p:nvSpPr>
          <p:spPr>
            <a:xfrm>
              <a:off x="2051254" y="2029898"/>
              <a:ext cx="2774950" cy="1911350"/>
            </a:xfrm>
            <a:custGeom>
              <a:avLst/>
              <a:gdLst>
                <a:gd name="connsiteX0" fmla="*/ 2781300 w 2781300"/>
                <a:gd name="connsiteY0" fmla="*/ 0 h 1911350"/>
                <a:gd name="connsiteX1" fmla="*/ 2749550 w 2781300"/>
                <a:gd name="connsiteY1" fmla="*/ 463550 h 1911350"/>
                <a:gd name="connsiteX2" fmla="*/ 260350 w 2781300"/>
                <a:gd name="connsiteY2" fmla="*/ 1911350 h 1911350"/>
                <a:gd name="connsiteX3" fmla="*/ 0 w 2781300"/>
                <a:gd name="connsiteY3" fmla="*/ 1816100 h 1911350"/>
                <a:gd name="connsiteX4" fmla="*/ 2781300 w 2781300"/>
                <a:gd name="connsiteY4" fmla="*/ 0 h 1911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81300" h="1911350">
                  <a:moveTo>
                    <a:pt x="2781300" y="0"/>
                  </a:moveTo>
                  <a:lnTo>
                    <a:pt x="2749550" y="463550"/>
                  </a:lnTo>
                  <a:lnTo>
                    <a:pt x="260350" y="1911350"/>
                  </a:lnTo>
                  <a:lnTo>
                    <a:pt x="0" y="1816100"/>
                  </a:lnTo>
                  <a:lnTo>
                    <a:pt x="2781300" y="0"/>
                  </a:lnTo>
                  <a:close/>
                </a:path>
              </a:pathLst>
            </a:custGeom>
            <a:solidFill>
              <a:srgbClr val="6FD57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2" name="任意多边形 9"/>
            <p:cNvSpPr/>
            <p:nvPr/>
          </p:nvSpPr>
          <p:spPr>
            <a:xfrm>
              <a:off x="2051254" y="3826948"/>
              <a:ext cx="1898650" cy="755650"/>
            </a:xfrm>
            <a:custGeom>
              <a:avLst/>
              <a:gdLst>
                <a:gd name="connsiteX0" fmla="*/ 0 w 1898650"/>
                <a:gd name="connsiteY0" fmla="*/ 0 h 736600"/>
                <a:gd name="connsiteX1" fmla="*/ 57150 w 1898650"/>
                <a:gd name="connsiteY1" fmla="*/ 222250 h 736600"/>
                <a:gd name="connsiteX2" fmla="*/ 1441450 w 1898650"/>
                <a:gd name="connsiteY2" fmla="*/ 736600 h 736600"/>
                <a:gd name="connsiteX3" fmla="*/ 1898650 w 1898650"/>
                <a:gd name="connsiteY3" fmla="*/ 730250 h 736600"/>
                <a:gd name="connsiteX4" fmla="*/ 0 w 1898650"/>
                <a:gd name="connsiteY4" fmla="*/ 0 h 736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8650" h="736600">
                  <a:moveTo>
                    <a:pt x="0" y="0"/>
                  </a:moveTo>
                  <a:lnTo>
                    <a:pt x="57150" y="222250"/>
                  </a:lnTo>
                  <a:lnTo>
                    <a:pt x="1441450" y="736600"/>
                  </a:lnTo>
                  <a:lnTo>
                    <a:pt x="1898650" y="730250"/>
                  </a:lnTo>
                  <a:lnTo>
                    <a:pt x="0" y="0"/>
                  </a:lnTo>
                  <a:close/>
                </a:path>
              </a:pathLst>
            </a:custGeom>
            <a:solidFill>
              <a:srgbClr val="465A6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任意多边形 10"/>
            <p:cNvSpPr/>
            <p:nvPr/>
          </p:nvSpPr>
          <p:spPr>
            <a:xfrm>
              <a:off x="2305254" y="3731698"/>
              <a:ext cx="1898650" cy="863600"/>
            </a:xfrm>
            <a:custGeom>
              <a:avLst/>
              <a:gdLst>
                <a:gd name="connsiteX0" fmla="*/ 1917700 w 1917700"/>
                <a:gd name="connsiteY0" fmla="*/ 0 h 863600"/>
                <a:gd name="connsiteX1" fmla="*/ 1790700 w 1917700"/>
                <a:gd name="connsiteY1" fmla="*/ 463550 h 863600"/>
                <a:gd name="connsiteX2" fmla="*/ 527050 w 1917700"/>
                <a:gd name="connsiteY2" fmla="*/ 857250 h 863600"/>
                <a:gd name="connsiteX3" fmla="*/ 0 w 1917700"/>
                <a:gd name="connsiteY3" fmla="*/ 863600 h 863600"/>
                <a:gd name="connsiteX4" fmla="*/ 1917700 w 1917700"/>
                <a:gd name="connsiteY4" fmla="*/ 0 h 86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7700" h="863600">
                  <a:moveTo>
                    <a:pt x="1917700" y="0"/>
                  </a:moveTo>
                  <a:lnTo>
                    <a:pt x="1790700" y="463550"/>
                  </a:lnTo>
                  <a:lnTo>
                    <a:pt x="527050" y="857250"/>
                  </a:lnTo>
                  <a:lnTo>
                    <a:pt x="0" y="863600"/>
                  </a:lnTo>
                  <a:lnTo>
                    <a:pt x="1917700" y="0"/>
                  </a:lnTo>
                  <a:close/>
                </a:path>
              </a:pathLst>
            </a:custGeom>
            <a:solidFill>
              <a:srgbClr val="34CFB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4" name="任意多边形 11"/>
            <p:cNvSpPr/>
            <p:nvPr/>
          </p:nvSpPr>
          <p:spPr>
            <a:xfrm>
              <a:off x="2298904" y="4576248"/>
              <a:ext cx="1657350" cy="133350"/>
            </a:xfrm>
            <a:custGeom>
              <a:avLst/>
              <a:gdLst>
                <a:gd name="connsiteX0" fmla="*/ 107950 w 1657350"/>
                <a:gd name="connsiteY0" fmla="*/ 133350 h 133350"/>
                <a:gd name="connsiteX1" fmla="*/ 1549400 w 1657350"/>
                <a:gd name="connsiteY1" fmla="*/ 133350 h 133350"/>
                <a:gd name="connsiteX2" fmla="*/ 1657350 w 1657350"/>
                <a:gd name="connsiteY2" fmla="*/ 0 h 133350"/>
                <a:gd name="connsiteX3" fmla="*/ 0 w 1657350"/>
                <a:gd name="connsiteY3" fmla="*/ 12700 h 133350"/>
                <a:gd name="connsiteX4" fmla="*/ 107950 w 1657350"/>
                <a:gd name="connsiteY4" fmla="*/ 133350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350" h="133350">
                  <a:moveTo>
                    <a:pt x="107950" y="133350"/>
                  </a:moveTo>
                  <a:lnTo>
                    <a:pt x="1549400" y="133350"/>
                  </a:lnTo>
                  <a:lnTo>
                    <a:pt x="1657350" y="0"/>
                  </a:lnTo>
                  <a:lnTo>
                    <a:pt x="0" y="12700"/>
                  </a:lnTo>
                  <a:lnTo>
                    <a:pt x="107950" y="133350"/>
                  </a:lnTo>
                  <a:close/>
                </a:path>
              </a:pathLst>
            </a:custGeom>
            <a:solidFill>
              <a:srgbClr val="6FD57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 name="圆角矩形 12"/>
            <p:cNvSpPr/>
            <p:nvPr/>
          </p:nvSpPr>
          <p:spPr>
            <a:xfrm>
              <a:off x="2403679" y="4855134"/>
              <a:ext cx="1447800" cy="119063"/>
            </a:xfrm>
            <a:prstGeom prst="roundRect">
              <a:avLst/>
            </a:prstGeom>
            <a:solidFill>
              <a:srgbClr val="465A6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6" name="圆角矩形 13"/>
            <p:cNvSpPr/>
            <p:nvPr/>
          </p:nvSpPr>
          <p:spPr>
            <a:xfrm>
              <a:off x="2403679" y="5060201"/>
              <a:ext cx="1447800" cy="119063"/>
            </a:xfrm>
            <a:prstGeom prst="roundRect">
              <a:avLst/>
            </a:prstGeom>
            <a:solidFill>
              <a:srgbClr val="465A6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 name="圆角矩形 14"/>
            <p:cNvSpPr/>
            <p:nvPr/>
          </p:nvSpPr>
          <p:spPr>
            <a:xfrm>
              <a:off x="2403679" y="5265268"/>
              <a:ext cx="1447800" cy="119063"/>
            </a:xfrm>
            <a:prstGeom prst="roundRect">
              <a:avLst/>
            </a:prstGeom>
            <a:solidFill>
              <a:srgbClr val="465A6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8" name="圆角矩形 15"/>
            <p:cNvSpPr/>
            <p:nvPr/>
          </p:nvSpPr>
          <p:spPr>
            <a:xfrm>
              <a:off x="2403679" y="5470335"/>
              <a:ext cx="1447800" cy="119063"/>
            </a:xfrm>
            <a:prstGeom prst="roundRect">
              <a:avLst/>
            </a:prstGeom>
            <a:solidFill>
              <a:srgbClr val="465A6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9" name="任意多边形 16"/>
            <p:cNvSpPr/>
            <p:nvPr/>
          </p:nvSpPr>
          <p:spPr>
            <a:xfrm>
              <a:off x="2403679" y="5645666"/>
              <a:ext cx="1447800" cy="393786"/>
            </a:xfrm>
            <a:custGeom>
              <a:avLst/>
              <a:gdLst>
                <a:gd name="connsiteX0" fmla="*/ 271858 w 1447800"/>
                <a:gd name="connsiteY0" fmla="*/ 259555 h 393786"/>
                <a:gd name="connsiteX1" fmla="*/ 1166414 w 1447800"/>
                <a:gd name="connsiteY1" fmla="*/ 259555 h 393786"/>
                <a:gd name="connsiteX2" fmla="*/ 1166414 w 1447800"/>
                <a:gd name="connsiteY2" fmla="*/ 357913 h 393786"/>
                <a:gd name="connsiteX3" fmla="*/ 1130541 w 1447800"/>
                <a:gd name="connsiteY3" fmla="*/ 393786 h 393786"/>
                <a:gd name="connsiteX4" fmla="*/ 307731 w 1447800"/>
                <a:gd name="connsiteY4" fmla="*/ 393786 h 393786"/>
                <a:gd name="connsiteX5" fmla="*/ 271858 w 1447800"/>
                <a:gd name="connsiteY5" fmla="*/ 357913 h 393786"/>
                <a:gd name="connsiteX6" fmla="*/ 36806 w 1447800"/>
                <a:gd name="connsiteY6" fmla="*/ 81519 h 393786"/>
                <a:gd name="connsiteX7" fmla="*/ 1410994 w 1447800"/>
                <a:gd name="connsiteY7" fmla="*/ 81519 h 393786"/>
                <a:gd name="connsiteX8" fmla="*/ 1250225 w 1447800"/>
                <a:gd name="connsiteY8" fmla="*/ 259555 h 393786"/>
                <a:gd name="connsiteX9" fmla="*/ 1166414 w 1447800"/>
                <a:gd name="connsiteY9" fmla="*/ 259555 h 393786"/>
                <a:gd name="connsiteX10" fmla="*/ 1166414 w 1447800"/>
                <a:gd name="connsiteY10" fmla="*/ 214420 h 393786"/>
                <a:gd name="connsiteX11" fmla="*/ 1130541 w 1447800"/>
                <a:gd name="connsiteY11" fmla="*/ 178547 h 393786"/>
                <a:gd name="connsiteX12" fmla="*/ 307731 w 1447800"/>
                <a:gd name="connsiteY12" fmla="*/ 178547 h 393786"/>
                <a:gd name="connsiteX13" fmla="*/ 271858 w 1447800"/>
                <a:gd name="connsiteY13" fmla="*/ 214420 h 393786"/>
                <a:gd name="connsiteX14" fmla="*/ 271858 w 1447800"/>
                <a:gd name="connsiteY14" fmla="*/ 259555 h 393786"/>
                <a:gd name="connsiteX15" fmla="*/ 197575 w 1447800"/>
                <a:gd name="connsiteY15" fmla="*/ 259555 h 393786"/>
                <a:gd name="connsiteX16" fmla="*/ 1447800 w 1447800"/>
                <a:gd name="connsiteY16" fmla="*/ 40759 h 393786"/>
                <a:gd name="connsiteX17" fmla="*/ 1447800 w 1447800"/>
                <a:gd name="connsiteY17" fmla="*/ 67932 h 393786"/>
                <a:gd name="connsiteX18" fmla="*/ 1434213 w 1447800"/>
                <a:gd name="connsiteY18" fmla="*/ 81519 h 393786"/>
                <a:gd name="connsiteX19" fmla="*/ 1410994 w 1447800"/>
                <a:gd name="connsiteY19" fmla="*/ 81519 h 393786"/>
                <a:gd name="connsiteX20" fmla="*/ 0 w 1447800"/>
                <a:gd name="connsiteY20" fmla="*/ 40759 h 393786"/>
                <a:gd name="connsiteX21" fmla="*/ 36806 w 1447800"/>
                <a:gd name="connsiteY21" fmla="*/ 81519 h 393786"/>
                <a:gd name="connsiteX22" fmla="*/ 13587 w 1447800"/>
                <a:gd name="connsiteY22" fmla="*/ 81519 h 393786"/>
                <a:gd name="connsiteX23" fmla="*/ 0 w 1447800"/>
                <a:gd name="connsiteY23" fmla="*/ 67932 h 393786"/>
                <a:gd name="connsiteX24" fmla="*/ 13587 w 1447800"/>
                <a:gd name="connsiteY24" fmla="*/ 0 h 393786"/>
                <a:gd name="connsiteX25" fmla="*/ 1434213 w 1447800"/>
                <a:gd name="connsiteY25" fmla="*/ 0 h 393786"/>
                <a:gd name="connsiteX26" fmla="*/ 1447800 w 1447800"/>
                <a:gd name="connsiteY26" fmla="*/ 13587 h 393786"/>
                <a:gd name="connsiteX27" fmla="*/ 1447800 w 1447800"/>
                <a:gd name="connsiteY27" fmla="*/ 40759 h 393786"/>
                <a:gd name="connsiteX28" fmla="*/ 0 w 1447800"/>
                <a:gd name="connsiteY28" fmla="*/ 40759 h 393786"/>
                <a:gd name="connsiteX29" fmla="*/ 0 w 1447800"/>
                <a:gd name="connsiteY29" fmla="*/ 13587 h 393786"/>
                <a:gd name="connsiteX30" fmla="*/ 13587 w 1447800"/>
                <a:gd name="connsiteY30" fmla="*/ 0 h 393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47800" h="393786">
                  <a:moveTo>
                    <a:pt x="271858" y="259555"/>
                  </a:moveTo>
                  <a:lnTo>
                    <a:pt x="1166414" y="259555"/>
                  </a:lnTo>
                  <a:lnTo>
                    <a:pt x="1166414" y="357913"/>
                  </a:lnTo>
                  <a:cubicBezTo>
                    <a:pt x="1166414" y="377725"/>
                    <a:pt x="1150353" y="393786"/>
                    <a:pt x="1130541" y="393786"/>
                  </a:cubicBezTo>
                  <a:lnTo>
                    <a:pt x="307731" y="393786"/>
                  </a:lnTo>
                  <a:cubicBezTo>
                    <a:pt x="287919" y="393786"/>
                    <a:pt x="271858" y="377725"/>
                    <a:pt x="271858" y="357913"/>
                  </a:cubicBezTo>
                  <a:close/>
                  <a:moveTo>
                    <a:pt x="36806" y="81519"/>
                  </a:moveTo>
                  <a:lnTo>
                    <a:pt x="1410994" y="81519"/>
                  </a:lnTo>
                  <a:lnTo>
                    <a:pt x="1250225" y="259555"/>
                  </a:lnTo>
                  <a:lnTo>
                    <a:pt x="1166414" y="259555"/>
                  </a:lnTo>
                  <a:lnTo>
                    <a:pt x="1166414" y="214420"/>
                  </a:lnTo>
                  <a:cubicBezTo>
                    <a:pt x="1166414" y="194608"/>
                    <a:pt x="1150353" y="178547"/>
                    <a:pt x="1130541" y="178547"/>
                  </a:cubicBezTo>
                  <a:lnTo>
                    <a:pt x="307731" y="178547"/>
                  </a:lnTo>
                  <a:cubicBezTo>
                    <a:pt x="287919" y="178547"/>
                    <a:pt x="271858" y="194608"/>
                    <a:pt x="271858" y="214420"/>
                  </a:cubicBezTo>
                  <a:lnTo>
                    <a:pt x="271858" y="259555"/>
                  </a:lnTo>
                  <a:lnTo>
                    <a:pt x="197575" y="259555"/>
                  </a:lnTo>
                  <a:close/>
                  <a:moveTo>
                    <a:pt x="1447800" y="40759"/>
                  </a:moveTo>
                  <a:lnTo>
                    <a:pt x="1447800" y="67932"/>
                  </a:lnTo>
                  <a:cubicBezTo>
                    <a:pt x="1447800" y="75436"/>
                    <a:pt x="1441717" y="81519"/>
                    <a:pt x="1434213" y="81519"/>
                  </a:cubicBezTo>
                  <a:lnTo>
                    <a:pt x="1410994" y="81519"/>
                  </a:lnTo>
                  <a:close/>
                  <a:moveTo>
                    <a:pt x="0" y="40759"/>
                  </a:moveTo>
                  <a:lnTo>
                    <a:pt x="36806" y="81519"/>
                  </a:lnTo>
                  <a:lnTo>
                    <a:pt x="13587" y="81519"/>
                  </a:lnTo>
                  <a:cubicBezTo>
                    <a:pt x="6083" y="81519"/>
                    <a:pt x="0" y="75436"/>
                    <a:pt x="0" y="67932"/>
                  </a:cubicBezTo>
                  <a:close/>
                  <a:moveTo>
                    <a:pt x="13587" y="0"/>
                  </a:moveTo>
                  <a:lnTo>
                    <a:pt x="1434213" y="0"/>
                  </a:lnTo>
                  <a:cubicBezTo>
                    <a:pt x="1441717" y="0"/>
                    <a:pt x="1447800" y="6083"/>
                    <a:pt x="1447800" y="13587"/>
                  </a:cubicBezTo>
                  <a:lnTo>
                    <a:pt x="1447800" y="40759"/>
                  </a:lnTo>
                  <a:lnTo>
                    <a:pt x="0" y="40759"/>
                  </a:lnTo>
                  <a:lnTo>
                    <a:pt x="0" y="13587"/>
                  </a:lnTo>
                  <a:cubicBezTo>
                    <a:pt x="0" y="6083"/>
                    <a:pt x="6083" y="0"/>
                    <a:pt x="13587" y="0"/>
                  </a:cubicBezTo>
                  <a:close/>
                </a:path>
              </a:pathLst>
            </a:custGeom>
            <a:solidFill>
              <a:srgbClr val="465A6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0" name="梯形 19"/>
            <p:cNvSpPr/>
            <p:nvPr/>
          </p:nvSpPr>
          <p:spPr>
            <a:xfrm rot="19013191">
              <a:off x="828125" y="877017"/>
              <a:ext cx="2652572" cy="776999"/>
            </a:xfrm>
            <a:prstGeom prst="trapezoid">
              <a:avLst>
                <a:gd name="adj" fmla="val 95892"/>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1" name="任意多边形 18"/>
            <p:cNvSpPr/>
            <p:nvPr/>
          </p:nvSpPr>
          <p:spPr>
            <a:xfrm>
              <a:off x="3319463" y="461963"/>
              <a:ext cx="1081087" cy="528637"/>
            </a:xfrm>
            <a:custGeom>
              <a:avLst/>
              <a:gdLst>
                <a:gd name="connsiteX0" fmla="*/ 1081087 w 1081087"/>
                <a:gd name="connsiteY0" fmla="*/ 471487 h 528637"/>
                <a:gd name="connsiteX1" fmla="*/ 109537 w 1081087"/>
                <a:gd name="connsiteY1" fmla="*/ 0 h 528637"/>
                <a:gd name="connsiteX2" fmla="*/ 0 w 1081087"/>
                <a:gd name="connsiteY2" fmla="*/ 109537 h 528637"/>
                <a:gd name="connsiteX3" fmla="*/ 966787 w 1081087"/>
                <a:gd name="connsiteY3" fmla="*/ 509587 h 528637"/>
                <a:gd name="connsiteX4" fmla="*/ 1009650 w 1081087"/>
                <a:gd name="connsiteY4" fmla="*/ 528637 h 528637"/>
                <a:gd name="connsiteX5" fmla="*/ 1081087 w 1081087"/>
                <a:gd name="connsiteY5" fmla="*/ 471487 h 528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1087" h="528637">
                  <a:moveTo>
                    <a:pt x="1081087" y="471487"/>
                  </a:moveTo>
                  <a:lnTo>
                    <a:pt x="109537" y="0"/>
                  </a:lnTo>
                  <a:lnTo>
                    <a:pt x="0" y="109537"/>
                  </a:lnTo>
                  <a:lnTo>
                    <a:pt x="966787" y="509587"/>
                  </a:lnTo>
                  <a:lnTo>
                    <a:pt x="1009650" y="528637"/>
                  </a:lnTo>
                  <a:lnTo>
                    <a:pt x="1081087" y="471487"/>
                  </a:lnTo>
                  <a:close/>
                </a:path>
              </a:pathLst>
            </a:custGeom>
            <a:solidFill>
              <a:srgbClr val="6FD57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2" name="任意多边形 19"/>
            <p:cNvSpPr/>
            <p:nvPr/>
          </p:nvSpPr>
          <p:spPr>
            <a:xfrm>
              <a:off x="1414463" y="1938338"/>
              <a:ext cx="504825" cy="676275"/>
            </a:xfrm>
            <a:custGeom>
              <a:avLst/>
              <a:gdLst>
                <a:gd name="connsiteX0" fmla="*/ 438150 w 504825"/>
                <a:gd name="connsiteY0" fmla="*/ 0 h 676275"/>
                <a:gd name="connsiteX1" fmla="*/ 0 w 504825"/>
                <a:gd name="connsiteY1" fmla="*/ 595312 h 676275"/>
                <a:gd name="connsiteX2" fmla="*/ 4762 w 504825"/>
                <a:gd name="connsiteY2" fmla="*/ 676275 h 676275"/>
                <a:gd name="connsiteX3" fmla="*/ 504825 w 504825"/>
                <a:gd name="connsiteY3" fmla="*/ 128587 h 676275"/>
                <a:gd name="connsiteX4" fmla="*/ 438150 w 504825"/>
                <a:gd name="connsiteY4" fmla="*/ 0 h 676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825" h="676275">
                  <a:moveTo>
                    <a:pt x="438150" y="0"/>
                  </a:moveTo>
                  <a:lnTo>
                    <a:pt x="0" y="595312"/>
                  </a:lnTo>
                  <a:lnTo>
                    <a:pt x="4762" y="676275"/>
                  </a:lnTo>
                  <a:lnTo>
                    <a:pt x="504825" y="128587"/>
                  </a:lnTo>
                  <a:lnTo>
                    <a:pt x="438150" y="0"/>
                  </a:lnTo>
                  <a:close/>
                </a:path>
              </a:pathLst>
            </a:cu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23" name="矩形 22"/>
          <p:cNvSpPr/>
          <p:nvPr/>
        </p:nvSpPr>
        <p:spPr>
          <a:xfrm>
            <a:off x="6096000" y="2141579"/>
            <a:ext cx="4556634" cy="1969770"/>
          </a:xfrm>
          <a:prstGeom prst="rect">
            <a:avLst/>
          </a:prstGeom>
        </p:spPr>
        <p:txBody>
          <a:bodyPr wrap="square">
            <a:spAutoFit/>
          </a:bodyPr>
          <a:lstStyle/>
          <a:p>
            <a:pPr marL="285750" indent="-285750">
              <a:lnSpc>
                <a:spcPct val="150000"/>
              </a:lnSpc>
              <a:spcAft>
                <a:spcPts val="600"/>
              </a:spcAft>
              <a:buFont typeface="Wingdings" panose="05000000000000000000" pitchFamily="2" charset="2"/>
              <a:buChar char="l"/>
            </a:pPr>
            <a:r>
              <a:rPr lang="zh-CN" altLang="en-US"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a:t>
            </a:r>
            <a:endParaRPr lang="en-US" altLang="zh-CN" sz="105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4" name="矩形 23"/>
          <p:cNvSpPr/>
          <p:nvPr/>
        </p:nvSpPr>
        <p:spPr>
          <a:xfrm>
            <a:off x="6096000" y="4509327"/>
            <a:ext cx="4556634" cy="1415772"/>
          </a:xfrm>
          <a:prstGeom prst="rect">
            <a:avLst/>
          </a:prstGeom>
        </p:spPr>
        <p:txBody>
          <a:bodyPr wrap="square">
            <a:spAutoFit/>
          </a:bodyPr>
          <a:lstStyle/>
          <a:p>
            <a:pPr marL="285750" indent="-285750">
              <a:lnSpc>
                <a:spcPct val="150000"/>
              </a:lnSpc>
              <a:spcAft>
                <a:spcPts val="600"/>
              </a:spcAft>
              <a:buFont typeface="Wingdings" panose="05000000000000000000" pitchFamily="2" charset="2"/>
              <a:buChar char="l"/>
            </a:pPr>
            <a:r>
              <a:rPr lang="zh-CN" altLang="en-US"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任意多边形: 形状 12"/>
          <p:cNvSpPr/>
          <p:nvPr/>
        </p:nvSpPr>
        <p:spPr>
          <a:xfrm>
            <a:off x="2965173" y="2922324"/>
            <a:ext cx="6261654" cy="134863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bg1"/>
          </a:solidFill>
          <a:ln w="38100">
            <a:solidFill>
              <a:schemeClr val="accent1">
                <a:lumMod val="10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矩形 8"/>
          <p:cNvSpPr/>
          <p:nvPr/>
        </p:nvSpPr>
        <p:spPr>
          <a:xfrm>
            <a:off x="4161570" y="3271730"/>
            <a:ext cx="4647150" cy="646331"/>
          </a:xfrm>
          <a:prstGeom prst="rect">
            <a:avLst/>
          </a:prstGeom>
        </p:spPr>
        <p:txBody>
          <a:bodyPr wrap="square">
            <a:spAutoFit/>
          </a:bodyPr>
          <a:lstStyle/>
          <a:p>
            <a:pPr>
              <a:defRPr/>
            </a:pPr>
            <a:r>
              <a:rPr lang="en-US" altLang="zh-CN" sz="36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2. </a:t>
            </a:r>
            <a:r>
              <a:rPr lang="zh-CN" altLang="en-US" sz="36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研究方法与思路</a:t>
            </a:r>
            <a:endParaRPr kumimoji="0" lang="zh-CN" altLang="en-US" sz="3600" b="0"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形状 2"/>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accent1">
              <a:lumMod val="100000"/>
            </a:schemeClr>
          </a:solidFill>
          <a:ln w="38100">
            <a:solidFill>
              <a:schemeClr val="accent1">
                <a:lumMod val="10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92901" y="569481"/>
            <a:ext cx="618131" cy="618131"/>
          </a:xfrm>
          <a:prstGeom prst="rect">
            <a:avLst/>
          </a:prstGeom>
        </p:spPr>
      </p:pic>
      <p:sp>
        <p:nvSpPr>
          <p:cNvPr id="5" name="矩形 4"/>
          <p:cNvSpPr/>
          <p:nvPr/>
        </p:nvSpPr>
        <p:spPr>
          <a:xfrm>
            <a:off x="1673960" y="647713"/>
            <a:ext cx="2156360"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2.1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研究方法</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矩形 12"/>
          <p:cNvSpPr/>
          <p:nvPr/>
        </p:nvSpPr>
        <p:spPr>
          <a:xfrm>
            <a:off x="1877928" y="2981896"/>
            <a:ext cx="3294004" cy="617285"/>
          </a:xfrm>
          <a:prstGeom prst="rect">
            <a:avLst/>
          </a:prstGeom>
        </p:spPr>
        <p:txBody>
          <a:bodyPr wrap="square">
            <a:spAutoFit/>
          </a:bodyPr>
          <a:lstStyle/>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19" name="组合 18"/>
          <p:cNvGrpSpPr/>
          <p:nvPr/>
        </p:nvGrpSpPr>
        <p:grpSpPr>
          <a:xfrm>
            <a:off x="2020661" y="2204162"/>
            <a:ext cx="3008539" cy="590651"/>
            <a:chOff x="1929221" y="2315922"/>
            <a:chExt cx="3008539" cy="590651"/>
          </a:xfrm>
        </p:grpSpPr>
        <p:sp>
          <p:nvSpPr>
            <p:cNvPr id="6" name="任意多边形: 形状 5"/>
            <p:cNvSpPr/>
            <p:nvPr/>
          </p:nvSpPr>
          <p:spPr>
            <a:xfrm>
              <a:off x="1929221" y="2342401"/>
              <a:ext cx="3008539" cy="537694"/>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accent1">
                <a:lumMod val="100000"/>
              </a:schemeClr>
            </a:solidFill>
            <a:ln w="38100">
              <a:solidFill>
                <a:schemeClr val="accent1">
                  <a:lumMod val="10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4" name="矩形 13"/>
            <p:cNvSpPr/>
            <p:nvPr/>
          </p:nvSpPr>
          <p:spPr>
            <a:xfrm>
              <a:off x="3012500" y="2338445"/>
              <a:ext cx="1569660" cy="459357"/>
            </a:xfrm>
            <a:prstGeom prst="rect">
              <a:avLst/>
            </a:prstGeom>
          </p:spPr>
          <p:txBody>
            <a:bodyPr wrap="none">
              <a:spAutoFit/>
            </a:bodyPr>
            <a:lstStyle/>
            <a:p>
              <a:pPr algn="ctr">
                <a:lnSpc>
                  <a:spcPct val="150000"/>
                </a:lnSpc>
                <a:spcAft>
                  <a:spcPts val="600"/>
                </a:spcAft>
              </a:pPr>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16" name="图片 1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00359" y="2315922"/>
              <a:ext cx="590651" cy="590651"/>
            </a:xfrm>
            <a:prstGeom prst="rect">
              <a:avLst/>
            </a:prstGeom>
          </p:spPr>
        </p:pic>
      </p:grpSp>
      <p:sp>
        <p:nvSpPr>
          <p:cNvPr id="17" name="矩形 16"/>
          <p:cNvSpPr/>
          <p:nvPr/>
        </p:nvSpPr>
        <p:spPr>
          <a:xfrm>
            <a:off x="7039207" y="2981896"/>
            <a:ext cx="3294004" cy="617285"/>
          </a:xfrm>
          <a:prstGeom prst="rect">
            <a:avLst/>
          </a:prstGeom>
        </p:spPr>
        <p:txBody>
          <a:bodyPr wrap="square">
            <a:spAutoFit/>
          </a:bodyPr>
          <a:lstStyle/>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20" name="组合 19"/>
          <p:cNvGrpSpPr/>
          <p:nvPr/>
        </p:nvGrpSpPr>
        <p:grpSpPr>
          <a:xfrm>
            <a:off x="7181940" y="2204162"/>
            <a:ext cx="3008539" cy="590651"/>
            <a:chOff x="1929221" y="2315922"/>
            <a:chExt cx="3008539" cy="590651"/>
          </a:xfrm>
        </p:grpSpPr>
        <p:sp>
          <p:nvSpPr>
            <p:cNvPr id="21" name="任意多边形: 形状 20"/>
            <p:cNvSpPr/>
            <p:nvPr/>
          </p:nvSpPr>
          <p:spPr>
            <a:xfrm>
              <a:off x="1929221" y="2342401"/>
              <a:ext cx="3008539" cy="537694"/>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accent1">
                <a:lumMod val="100000"/>
              </a:schemeClr>
            </a:solidFill>
            <a:ln w="38100">
              <a:solidFill>
                <a:schemeClr val="accent1">
                  <a:lumMod val="10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2" name="矩形 21"/>
            <p:cNvSpPr/>
            <p:nvPr/>
          </p:nvSpPr>
          <p:spPr>
            <a:xfrm>
              <a:off x="3012500" y="2338445"/>
              <a:ext cx="1569660" cy="459357"/>
            </a:xfrm>
            <a:prstGeom prst="rect">
              <a:avLst/>
            </a:prstGeom>
          </p:spPr>
          <p:txBody>
            <a:bodyPr wrap="none">
              <a:spAutoFit/>
            </a:bodyPr>
            <a:lstStyle/>
            <a:p>
              <a:pPr algn="ctr">
                <a:lnSpc>
                  <a:spcPct val="150000"/>
                </a:lnSpc>
                <a:spcAft>
                  <a:spcPts val="600"/>
                </a:spcAft>
              </a:pPr>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23" name="图片 2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00359" y="2315922"/>
              <a:ext cx="590651" cy="590651"/>
            </a:xfrm>
            <a:prstGeom prst="rect">
              <a:avLst/>
            </a:prstGeom>
          </p:spPr>
        </p:pic>
      </p:grpSp>
      <p:sp>
        <p:nvSpPr>
          <p:cNvPr id="24" name="矩形 23"/>
          <p:cNvSpPr/>
          <p:nvPr/>
        </p:nvSpPr>
        <p:spPr>
          <a:xfrm>
            <a:off x="1877928" y="5054536"/>
            <a:ext cx="3294004" cy="617285"/>
          </a:xfrm>
          <a:prstGeom prst="rect">
            <a:avLst/>
          </a:prstGeom>
        </p:spPr>
        <p:txBody>
          <a:bodyPr wrap="square">
            <a:spAutoFit/>
          </a:bodyPr>
          <a:lstStyle/>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25" name="组合 24"/>
          <p:cNvGrpSpPr/>
          <p:nvPr/>
        </p:nvGrpSpPr>
        <p:grpSpPr>
          <a:xfrm>
            <a:off x="2020661" y="4276802"/>
            <a:ext cx="3008539" cy="590651"/>
            <a:chOff x="1929221" y="2315922"/>
            <a:chExt cx="3008539" cy="590651"/>
          </a:xfrm>
        </p:grpSpPr>
        <p:sp>
          <p:nvSpPr>
            <p:cNvPr id="26" name="任意多边形: 形状 25"/>
            <p:cNvSpPr/>
            <p:nvPr/>
          </p:nvSpPr>
          <p:spPr>
            <a:xfrm>
              <a:off x="1929221" y="2342401"/>
              <a:ext cx="3008539" cy="537694"/>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accent1">
                <a:lumMod val="100000"/>
              </a:schemeClr>
            </a:solidFill>
            <a:ln w="38100">
              <a:solidFill>
                <a:schemeClr val="accent1">
                  <a:lumMod val="10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7" name="矩形 26"/>
            <p:cNvSpPr/>
            <p:nvPr/>
          </p:nvSpPr>
          <p:spPr>
            <a:xfrm>
              <a:off x="3012500" y="2338445"/>
              <a:ext cx="1569660" cy="459357"/>
            </a:xfrm>
            <a:prstGeom prst="rect">
              <a:avLst/>
            </a:prstGeom>
          </p:spPr>
          <p:txBody>
            <a:bodyPr wrap="none">
              <a:spAutoFit/>
            </a:bodyPr>
            <a:lstStyle/>
            <a:p>
              <a:pPr algn="ctr">
                <a:lnSpc>
                  <a:spcPct val="150000"/>
                </a:lnSpc>
                <a:spcAft>
                  <a:spcPts val="600"/>
                </a:spcAft>
              </a:pPr>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28" name="图片 2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00359" y="2315922"/>
              <a:ext cx="590651" cy="590651"/>
            </a:xfrm>
            <a:prstGeom prst="rect">
              <a:avLst/>
            </a:prstGeom>
          </p:spPr>
        </p:pic>
      </p:grpSp>
      <p:sp>
        <p:nvSpPr>
          <p:cNvPr id="29" name="矩形 28"/>
          <p:cNvSpPr/>
          <p:nvPr/>
        </p:nvSpPr>
        <p:spPr>
          <a:xfrm>
            <a:off x="7039207" y="5054536"/>
            <a:ext cx="3294004" cy="617285"/>
          </a:xfrm>
          <a:prstGeom prst="rect">
            <a:avLst/>
          </a:prstGeom>
        </p:spPr>
        <p:txBody>
          <a:bodyPr wrap="square">
            <a:spAutoFit/>
          </a:bodyPr>
          <a:lstStyle/>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30" name="组合 29"/>
          <p:cNvGrpSpPr/>
          <p:nvPr/>
        </p:nvGrpSpPr>
        <p:grpSpPr>
          <a:xfrm>
            <a:off x="7181940" y="4276802"/>
            <a:ext cx="3008539" cy="590651"/>
            <a:chOff x="1929221" y="2315922"/>
            <a:chExt cx="3008539" cy="590651"/>
          </a:xfrm>
        </p:grpSpPr>
        <p:sp>
          <p:nvSpPr>
            <p:cNvPr id="31" name="任意多边形: 形状 30"/>
            <p:cNvSpPr/>
            <p:nvPr/>
          </p:nvSpPr>
          <p:spPr>
            <a:xfrm>
              <a:off x="1929221" y="2342401"/>
              <a:ext cx="3008539" cy="537694"/>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accent1">
                <a:lumMod val="100000"/>
              </a:schemeClr>
            </a:solidFill>
            <a:ln w="38100">
              <a:solidFill>
                <a:schemeClr val="accent1">
                  <a:lumMod val="10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2" name="矩形 31"/>
            <p:cNvSpPr/>
            <p:nvPr/>
          </p:nvSpPr>
          <p:spPr>
            <a:xfrm>
              <a:off x="3012500" y="2338445"/>
              <a:ext cx="1569660" cy="459357"/>
            </a:xfrm>
            <a:prstGeom prst="rect">
              <a:avLst/>
            </a:prstGeom>
          </p:spPr>
          <p:txBody>
            <a:bodyPr wrap="none">
              <a:spAutoFit/>
            </a:bodyPr>
            <a:lstStyle/>
            <a:p>
              <a:pPr algn="ctr">
                <a:lnSpc>
                  <a:spcPct val="150000"/>
                </a:lnSpc>
                <a:spcAft>
                  <a:spcPts val="600"/>
                </a:spcAft>
              </a:pPr>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33" name="图片 3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00359" y="2315922"/>
              <a:ext cx="590651" cy="590651"/>
            </a:xfrm>
            <a:prstGeom prst="rect">
              <a:avLst/>
            </a:prstGeom>
          </p:spPr>
        </p:pic>
      </p:grpSp>
      <p:sp>
        <p:nvSpPr>
          <p:cNvPr id="35" name="矩形 34"/>
          <p:cNvSpPr/>
          <p:nvPr/>
        </p:nvSpPr>
        <p:spPr>
          <a:xfrm>
            <a:off x="1046480" y="1600199"/>
            <a:ext cx="10099040" cy="4708638"/>
          </a:xfrm>
          <a:prstGeom prst="rect">
            <a:avLst/>
          </a:prstGeom>
          <a:noFill/>
          <a:ln w="3175">
            <a:solidFill>
              <a:schemeClr val="accent1">
                <a:lumMod val="10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541049" y="1563400"/>
            <a:ext cx="5487323" cy="4458197"/>
            <a:chOff x="3416300" y="633413"/>
            <a:chExt cx="6475413" cy="5260975"/>
          </a:xfrm>
        </p:grpSpPr>
        <p:sp>
          <p:nvSpPr>
            <p:cNvPr id="4" name="Oval 2"/>
            <p:cNvSpPr>
              <a:spLocks noChangeArrowheads="1"/>
            </p:cNvSpPr>
            <p:nvPr/>
          </p:nvSpPr>
          <p:spPr bwMode="auto">
            <a:xfrm>
              <a:off x="5037138" y="2074863"/>
              <a:ext cx="3505200" cy="3505200"/>
            </a:xfrm>
            <a:prstGeom prst="ellipse">
              <a:avLst/>
            </a:prstGeom>
            <a:noFill/>
            <a:ln w="25400" cap="rnd" cmpd="sng">
              <a:solidFill>
                <a:schemeClr val="bg1">
                  <a:lumMod val="65000"/>
                </a:schemeClr>
              </a:solidFill>
              <a:prstDash val="sysDot"/>
              <a:bevel/>
            </a:ln>
            <a:extLst>
              <a:ext uri="{909E8E84-426E-40DD-AFC4-6F175D3DCCD1}">
                <a14:hiddenFill xmlns:a14="http://schemas.microsoft.com/office/drawing/2010/main">
                  <a:solidFill>
                    <a:srgbClr val="FFFFFF"/>
                  </a:solidFill>
                </a14:hiddenFill>
              </a:ext>
            </a:extLst>
          </p:spPr>
          <p:txBody>
            <a:bodyPr wrap="none" anchor="ctr"/>
            <a:lstStyle/>
            <a:p>
              <a:pPr defTabSz="1096645"/>
              <a:endParaRPr lang="zh-CN" altLang="zh-CN" sz="216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 name="椭圆 1"/>
            <p:cNvSpPr>
              <a:spLocks noChangeArrowheads="1"/>
            </p:cNvSpPr>
            <p:nvPr/>
          </p:nvSpPr>
          <p:spPr bwMode="auto">
            <a:xfrm>
              <a:off x="3416300" y="3375025"/>
              <a:ext cx="2519363" cy="2519363"/>
            </a:xfrm>
            <a:prstGeom prst="ellipse">
              <a:avLst/>
            </a:prstGeom>
            <a:solidFill>
              <a:schemeClr val="accent1">
                <a:lumMod val="100000"/>
              </a:schemeClr>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 name="椭圆 19"/>
            <p:cNvSpPr>
              <a:spLocks noChangeArrowheads="1"/>
            </p:cNvSpPr>
            <p:nvPr/>
          </p:nvSpPr>
          <p:spPr bwMode="auto">
            <a:xfrm>
              <a:off x="5394325" y="633413"/>
              <a:ext cx="2519363" cy="2519362"/>
            </a:xfrm>
            <a:prstGeom prst="ellipse">
              <a:avLst/>
            </a:prstGeom>
            <a:solidFill>
              <a:schemeClr val="accent1">
                <a:lumMod val="100000"/>
              </a:schemeClr>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 name="椭圆 20"/>
            <p:cNvSpPr>
              <a:spLocks noChangeArrowheads="1"/>
            </p:cNvSpPr>
            <p:nvPr/>
          </p:nvSpPr>
          <p:spPr bwMode="auto">
            <a:xfrm>
              <a:off x="7372350" y="3375025"/>
              <a:ext cx="2519363" cy="2519363"/>
            </a:xfrm>
            <a:prstGeom prst="ellipse">
              <a:avLst/>
            </a:prstGeom>
            <a:solidFill>
              <a:schemeClr val="accent1">
                <a:lumMod val="100000"/>
              </a:schemeClr>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19" name="任意多边形: 形状 18"/>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accent1">
              <a:lumMod val="100000"/>
            </a:schemeClr>
          </a:solidFill>
          <a:ln w="38100">
            <a:solidFill>
              <a:schemeClr val="accent1">
                <a:lumMod val="10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20" name="图片 1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7941" y="569481"/>
            <a:ext cx="618131" cy="618131"/>
          </a:xfrm>
          <a:prstGeom prst="rect">
            <a:avLst/>
          </a:prstGeom>
        </p:spPr>
      </p:pic>
      <p:sp>
        <p:nvSpPr>
          <p:cNvPr id="21" name="矩形 20"/>
          <p:cNvSpPr/>
          <p:nvPr/>
        </p:nvSpPr>
        <p:spPr>
          <a:xfrm>
            <a:off x="1359000" y="647713"/>
            <a:ext cx="2206053"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2.2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研究思路</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2" name="矩形 21"/>
          <p:cNvSpPr/>
          <p:nvPr/>
        </p:nvSpPr>
        <p:spPr>
          <a:xfrm>
            <a:off x="1205132" y="2243049"/>
            <a:ext cx="3380431" cy="1138773"/>
          </a:xfrm>
          <a:prstGeom prst="rect">
            <a:avLst/>
          </a:prstGeom>
        </p:spPr>
        <p:txBody>
          <a:bodyPr wrap="square">
            <a:spAutoFit/>
          </a:bodyPr>
          <a:lstStyle/>
          <a:p>
            <a:pPr>
              <a:lnSpc>
                <a:spcPct val="150000"/>
              </a:lnSpc>
              <a:spcAft>
                <a:spcPts val="600"/>
              </a:spcAft>
            </a:pPr>
            <a:r>
              <a:rPr lang="zh-CN" altLang="en-US"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请输入标题</a:t>
            </a:r>
            <a:endParaRPr lang="en-US" altLang="zh-CN"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 name="矩形 22"/>
          <p:cNvSpPr/>
          <p:nvPr/>
        </p:nvSpPr>
        <p:spPr>
          <a:xfrm>
            <a:off x="7356434" y="2046316"/>
            <a:ext cx="1863219" cy="1092607"/>
          </a:xfrm>
          <a:prstGeom prst="rect">
            <a:avLst/>
          </a:prstGeom>
        </p:spPr>
        <p:txBody>
          <a:bodyPr wrap="square">
            <a:spAutoFit/>
          </a:bodyPr>
          <a:lstStyle/>
          <a:p>
            <a:pPr algn="ctr">
              <a:lnSpc>
                <a:spcPct val="150000"/>
              </a:lnSpc>
              <a:spcAft>
                <a:spcPts val="600"/>
              </a:spcAft>
            </a:pPr>
            <a:r>
              <a:rPr lang="zh-CN" altLang="en-US" sz="16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4" name="矩形 23"/>
          <p:cNvSpPr/>
          <p:nvPr/>
        </p:nvSpPr>
        <p:spPr>
          <a:xfrm>
            <a:off x="5676904" y="4389843"/>
            <a:ext cx="1863219" cy="1092607"/>
          </a:xfrm>
          <a:prstGeom prst="rect">
            <a:avLst/>
          </a:prstGeom>
        </p:spPr>
        <p:txBody>
          <a:bodyPr wrap="square">
            <a:spAutoFit/>
          </a:bodyPr>
          <a:lstStyle/>
          <a:p>
            <a:pPr algn="ctr">
              <a:lnSpc>
                <a:spcPct val="150000"/>
              </a:lnSpc>
              <a:spcAft>
                <a:spcPts val="600"/>
              </a:spcAft>
            </a:pPr>
            <a:r>
              <a:rPr lang="zh-CN" altLang="en-US" sz="16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 name="矩形 24"/>
          <p:cNvSpPr/>
          <p:nvPr/>
        </p:nvSpPr>
        <p:spPr>
          <a:xfrm>
            <a:off x="9050896" y="4389843"/>
            <a:ext cx="1863219" cy="1092607"/>
          </a:xfrm>
          <a:prstGeom prst="rect">
            <a:avLst/>
          </a:prstGeom>
        </p:spPr>
        <p:txBody>
          <a:bodyPr wrap="square">
            <a:spAutoFit/>
          </a:bodyPr>
          <a:lstStyle/>
          <a:p>
            <a:pPr algn="ctr">
              <a:lnSpc>
                <a:spcPct val="150000"/>
              </a:lnSpc>
              <a:spcAft>
                <a:spcPts val="600"/>
              </a:spcAft>
            </a:pPr>
            <a:r>
              <a:rPr lang="zh-CN" altLang="en-US" sz="16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6" name="矩形 25"/>
          <p:cNvSpPr/>
          <p:nvPr/>
        </p:nvSpPr>
        <p:spPr>
          <a:xfrm>
            <a:off x="1165223" y="3847994"/>
            <a:ext cx="3380431" cy="1138773"/>
          </a:xfrm>
          <a:prstGeom prst="rect">
            <a:avLst/>
          </a:prstGeom>
        </p:spPr>
        <p:txBody>
          <a:bodyPr wrap="square">
            <a:spAutoFit/>
          </a:bodyPr>
          <a:lstStyle/>
          <a:p>
            <a:pPr>
              <a:lnSpc>
                <a:spcPct val="150000"/>
              </a:lnSpc>
              <a:spcAft>
                <a:spcPts val="600"/>
              </a:spcAft>
            </a:pPr>
            <a:r>
              <a:rPr lang="zh-CN" altLang="en-US"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请输入标题</a:t>
            </a:r>
            <a:endParaRPr lang="en-US" altLang="zh-CN"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18" name="Group 2"/>
          <p:cNvGrpSpPr/>
          <p:nvPr/>
        </p:nvGrpSpPr>
        <p:grpSpPr bwMode="auto">
          <a:xfrm>
            <a:off x="5040638" y="0"/>
            <a:ext cx="7151370" cy="6858000"/>
            <a:chOff x="0" y="0"/>
            <a:chExt cx="5959248" cy="5143500"/>
          </a:xfrm>
        </p:grpSpPr>
        <p:sp>
          <p:nvSpPr>
            <p:cNvPr id="9219" name="平行四边形 54"/>
            <p:cNvSpPr>
              <a:spLocks noChangeArrowheads="1"/>
            </p:cNvSpPr>
            <p:nvPr/>
          </p:nvSpPr>
          <p:spPr bwMode="auto">
            <a:xfrm>
              <a:off x="0" y="0"/>
              <a:ext cx="2009775" cy="5143500"/>
            </a:xfrm>
            <a:prstGeom prst="parallelogram">
              <a:avLst>
                <a:gd name="adj" fmla="val 50588"/>
              </a:avLst>
            </a:prstGeom>
            <a:solidFill>
              <a:srgbClr val="EEECE1"/>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220" name="流程图: 手动输入 28"/>
            <p:cNvSpPr>
              <a:spLocks noChangeArrowheads="1"/>
            </p:cNvSpPr>
            <p:nvPr/>
          </p:nvSpPr>
          <p:spPr bwMode="auto">
            <a:xfrm rot="16200000" flipH="1">
              <a:off x="906235" y="90487"/>
              <a:ext cx="5143500" cy="4962526"/>
            </a:xfrm>
            <a:prstGeom prst="flowChartManualInput">
              <a:avLst/>
            </a:prstGeom>
            <a:solidFill>
              <a:srgbClr val="0070C0"/>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221" name="平行四边形 11"/>
            <p:cNvSpPr>
              <a:spLocks noChangeArrowheads="1"/>
            </p:cNvSpPr>
            <p:nvPr/>
          </p:nvSpPr>
          <p:spPr bwMode="auto">
            <a:xfrm>
              <a:off x="973590" y="0"/>
              <a:ext cx="2009775" cy="5143500"/>
            </a:xfrm>
            <a:prstGeom prst="parallelogram">
              <a:avLst>
                <a:gd name="adj" fmla="val 50588"/>
              </a:avLst>
            </a:prstGeom>
            <a:solidFill>
              <a:schemeClr val="accent1">
                <a:lumMod val="100000"/>
              </a:schemeClr>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9222" name="Group 6"/>
          <p:cNvGrpSpPr/>
          <p:nvPr/>
        </p:nvGrpSpPr>
        <p:grpSpPr bwMode="auto">
          <a:xfrm>
            <a:off x="2670572" y="1951581"/>
            <a:ext cx="4455083" cy="1998133"/>
            <a:chOff x="0" y="0"/>
            <a:chExt cx="3712094" cy="1497581"/>
          </a:xfrm>
          <a:solidFill>
            <a:srgbClr val="006171"/>
          </a:solidFill>
        </p:grpSpPr>
        <p:sp>
          <p:nvSpPr>
            <p:cNvPr id="9223" name="右箭头 30"/>
            <p:cNvSpPr>
              <a:spLocks noChangeArrowheads="1"/>
            </p:cNvSpPr>
            <p:nvPr/>
          </p:nvSpPr>
          <p:spPr bwMode="auto">
            <a:xfrm rot="660000" flipH="1" flipV="1">
              <a:off x="0" y="0"/>
              <a:ext cx="3519038" cy="1497581"/>
            </a:xfrm>
            <a:prstGeom prst="rightArrow">
              <a:avLst>
                <a:gd name="adj1" fmla="val 62704"/>
                <a:gd name="adj2" fmla="val 30830"/>
              </a:avLst>
            </a:prstGeom>
            <a:grp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224" name="矩形 9"/>
            <p:cNvSpPr>
              <a:spLocks noChangeArrowheads="1"/>
            </p:cNvSpPr>
            <p:nvPr/>
          </p:nvSpPr>
          <p:spPr bwMode="auto">
            <a:xfrm rot="660000">
              <a:off x="883169" y="555737"/>
              <a:ext cx="2828925" cy="43597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spcAft>
                  <a:spcPts val="600"/>
                </a:spcAft>
              </a:pP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请输入您的标题</a:t>
              </a:r>
              <a:endPar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9225" name="Group 9"/>
          <p:cNvGrpSpPr/>
          <p:nvPr/>
        </p:nvGrpSpPr>
        <p:grpSpPr bwMode="auto">
          <a:xfrm>
            <a:off x="6561557" y="3977557"/>
            <a:ext cx="4223386" cy="1996018"/>
            <a:chOff x="0" y="0"/>
            <a:chExt cx="3519038" cy="1497581"/>
          </a:xfrm>
          <a:solidFill>
            <a:srgbClr val="EEECE1"/>
          </a:solidFill>
        </p:grpSpPr>
        <p:sp>
          <p:nvSpPr>
            <p:cNvPr id="9226" name="右箭头 52"/>
            <p:cNvSpPr>
              <a:spLocks noChangeArrowheads="1"/>
            </p:cNvSpPr>
            <p:nvPr/>
          </p:nvSpPr>
          <p:spPr bwMode="auto">
            <a:xfrm rot="660000">
              <a:off x="0" y="0"/>
              <a:ext cx="3519038" cy="1497581"/>
            </a:xfrm>
            <a:prstGeom prst="rightArrow">
              <a:avLst>
                <a:gd name="adj1" fmla="val 62704"/>
                <a:gd name="adj2" fmla="val 30830"/>
              </a:avLst>
            </a:prstGeom>
            <a:grp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227" name="矩形 53"/>
            <p:cNvSpPr>
              <a:spLocks noChangeArrowheads="1"/>
            </p:cNvSpPr>
            <p:nvPr/>
          </p:nvSpPr>
          <p:spPr bwMode="auto">
            <a:xfrm rot="619144">
              <a:off x="558973" y="472725"/>
              <a:ext cx="2494989" cy="43643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spcAft>
                  <a:spcPts val="600"/>
                </a:spcAft>
              </a:pPr>
              <a:r>
                <a:rPr lang="zh-CN" altLang="en-US" sz="24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请输入您的标题</a:t>
              </a:r>
              <a:endParaRPr lang="en-US" altLang="zh-CN" sz="24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18" name="任意多边形: 形状 17"/>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accent1">
              <a:lumMod val="100000"/>
            </a:schemeClr>
          </a:solidFill>
          <a:ln w="38100">
            <a:solidFill>
              <a:schemeClr val="accent1">
                <a:lumMod val="10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19" name="图片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7941" y="569481"/>
            <a:ext cx="618131" cy="618131"/>
          </a:xfrm>
          <a:prstGeom prst="rect">
            <a:avLst/>
          </a:prstGeom>
        </p:spPr>
      </p:pic>
      <p:sp>
        <p:nvSpPr>
          <p:cNvPr id="20" name="矩形 19"/>
          <p:cNvSpPr/>
          <p:nvPr/>
        </p:nvSpPr>
        <p:spPr>
          <a:xfrm>
            <a:off x="1247240" y="657873"/>
            <a:ext cx="3126177"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2.3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研究可行性分析</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1" name="矩形 20"/>
          <p:cNvSpPr/>
          <p:nvPr/>
        </p:nvSpPr>
        <p:spPr>
          <a:xfrm>
            <a:off x="1148463" y="3887538"/>
            <a:ext cx="3380431" cy="1415772"/>
          </a:xfrm>
          <a:prstGeom prst="rect">
            <a:avLst/>
          </a:prstGeom>
        </p:spPr>
        <p:txBody>
          <a:bodyPr wrap="square">
            <a:spAutoFit/>
          </a:bodyPr>
          <a:lstStyle/>
          <a:p>
            <a:pPr>
              <a:lnSpc>
                <a:spcPct val="150000"/>
              </a:lnSpc>
              <a:spcAft>
                <a:spcPts val="600"/>
              </a:spcAft>
            </a:pPr>
            <a:r>
              <a:rPr lang="zh-CN" altLang="en-US"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请输入标题</a:t>
            </a:r>
            <a:endParaRPr lang="en-US" altLang="zh-CN"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2" name="矩形 21"/>
          <p:cNvSpPr/>
          <p:nvPr/>
        </p:nvSpPr>
        <p:spPr>
          <a:xfrm>
            <a:off x="8839337" y="2045863"/>
            <a:ext cx="3352672" cy="1415772"/>
          </a:xfrm>
          <a:prstGeom prst="rect">
            <a:avLst/>
          </a:prstGeom>
        </p:spPr>
        <p:txBody>
          <a:bodyPr wrap="square">
            <a:spAutoFit/>
          </a:bodyPr>
          <a:lstStyle/>
          <a:p>
            <a:pPr>
              <a:lnSpc>
                <a:spcPct val="150000"/>
              </a:lnSpc>
              <a:spcAft>
                <a:spcPts val="600"/>
              </a:spcAft>
            </a:pPr>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请输入标题</a:t>
            </a:r>
            <a:endParaRPr lang="en-US" altLang="zh-CN"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endParaRPr lang="en-US" altLang="zh-CN"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endParaRPr lang="en-US" altLang="zh-CN"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endParaRPr lang="en-US" altLang="zh-CN"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 name="文本框 22">
            <a:extLst>
              <a:ext uri="{FF2B5EF4-FFF2-40B4-BE49-F238E27FC236}">
                <a16:creationId xmlns:a16="http://schemas.microsoft.com/office/drawing/2014/main" id="{611BFA9A-BA66-4737-8406-53D1983DA1BB}"/>
              </a:ext>
            </a:extLst>
          </p:cNvPr>
          <p:cNvSpPr txBox="1"/>
          <p:nvPr/>
        </p:nvSpPr>
        <p:spPr>
          <a:xfrm>
            <a:off x="159385" y="6363081"/>
            <a:ext cx="2634615" cy="369332"/>
          </a:xfrm>
          <a:prstGeom prst="rect">
            <a:avLst/>
          </a:prstGeom>
          <a:noFill/>
        </p:spPr>
        <p:txBody>
          <a:bodyPr wrap="square">
            <a:spAutoFit/>
          </a:bodyPr>
          <a:lstStyle/>
          <a:p>
            <a:r>
              <a:rPr lang="zh-CN" altLang="en-US" sz="1800" b="1" dirty="0">
                <a:solidFill>
                  <a:schemeClr val="accent1"/>
                </a:solidFill>
                <a:latin typeface="华文行楷" panose="02010800040101010101" pitchFamily="2" charset="-122"/>
                <a:ea typeface="华文行楷" panose="02010800040101010101" pitchFamily="2" charset="-122"/>
              </a:rPr>
              <a:t>惟真求新 </a:t>
            </a:r>
            <a:endParaRPr lang="zh-CN" altLang="en-US" dirty="0">
              <a:solidFill>
                <a:schemeClr val="accent1"/>
              </a:solidFill>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任意多边形: 形状 12"/>
          <p:cNvSpPr/>
          <p:nvPr/>
        </p:nvSpPr>
        <p:spPr>
          <a:xfrm>
            <a:off x="2965173" y="2922324"/>
            <a:ext cx="6261654" cy="134863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bg1"/>
          </a:solidFill>
          <a:ln w="38100">
            <a:solidFill>
              <a:schemeClr val="accent1">
                <a:lumMod val="10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矩形 8"/>
          <p:cNvSpPr/>
          <p:nvPr/>
        </p:nvSpPr>
        <p:spPr>
          <a:xfrm>
            <a:off x="4161570" y="3271730"/>
            <a:ext cx="4647150" cy="646331"/>
          </a:xfrm>
          <a:prstGeom prst="rect">
            <a:avLst/>
          </a:prstGeom>
        </p:spPr>
        <p:txBody>
          <a:bodyPr wrap="square">
            <a:spAutoFit/>
          </a:bodyPr>
          <a:lstStyle/>
          <a:p>
            <a:pPr>
              <a:defRPr/>
            </a:pPr>
            <a:r>
              <a:rPr lang="en-US" altLang="zh-CN" sz="36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3. </a:t>
            </a:r>
            <a:r>
              <a:rPr lang="zh-CN" altLang="en-US" sz="36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关键技术与难点</a:t>
            </a:r>
            <a:endParaRPr kumimoji="0" lang="zh-CN" altLang="en-US" sz="3600" b="0"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p:nvPr/>
        </p:nvGrpSpPr>
        <p:grpSpPr bwMode="auto">
          <a:xfrm>
            <a:off x="4612640" y="2338585"/>
            <a:ext cx="3429138" cy="3204661"/>
            <a:chOff x="0" y="0"/>
            <a:chExt cx="2490" cy="2327"/>
          </a:xfrm>
        </p:grpSpPr>
        <p:sp>
          <p:nvSpPr>
            <p:cNvPr id="3" name="Freeform 4"/>
            <p:cNvSpPr>
              <a:spLocks noChangeArrowheads="1"/>
            </p:cNvSpPr>
            <p:nvPr/>
          </p:nvSpPr>
          <p:spPr bwMode="auto">
            <a:xfrm>
              <a:off x="5" y="689"/>
              <a:ext cx="912" cy="1231"/>
            </a:xfrm>
            <a:custGeom>
              <a:avLst/>
              <a:gdLst>
                <a:gd name="T0" fmla="*/ 1233 w 1233"/>
                <a:gd name="T1" fmla="*/ 343 h 1764"/>
                <a:gd name="T2" fmla="*/ 413 w 1233"/>
                <a:gd name="T3" fmla="*/ 1764 h 1764"/>
                <a:gd name="T4" fmla="*/ 0 w 1233"/>
                <a:gd name="T5" fmla="*/ 1226 h 1764"/>
                <a:gd name="T6" fmla="*/ 6 w 1233"/>
                <a:gd name="T7" fmla="*/ 1098 h 1764"/>
                <a:gd name="T8" fmla="*/ 638 w 1233"/>
                <a:gd name="T9" fmla="*/ 0 h 1764"/>
                <a:gd name="T10" fmla="*/ 1233 w 1233"/>
                <a:gd name="T11" fmla="*/ 343 h 1764"/>
                <a:gd name="T12" fmla="*/ 1233 w 1233"/>
                <a:gd name="T13" fmla="*/ 343 h 1764"/>
                <a:gd name="T14" fmla="*/ 0 60000 65536"/>
                <a:gd name="T15" fmla="*/ 0 60000 65536"/>
                <a:gd name="T16" fmla="*/ 0 60000 65536"/>
                <a:gd name="T17" fmla="*/ 0 60000 65536"/>
                <a:gd name="T18" fmla="*/ 0 60000 65536"/>
                <a:gd name="T19" fmla="*/ 0 60000 65536"/>
                <a:gd name="T20" fmla="*/ 0 60000 65536"/>
                <a:gd name="T21" fmla="*/ 0 w 1233"/>
                <a:gd name="T22" fmla="*/ 0 h 1764"/>
                <a:gd name="T23" fmla="*/ 1233 w 1233"/>
                <a:gd name="T24" fmla="*/ 1764 h 17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33" h="1764">
                  <a:moveTo>
                    <a:pt x="1233" y="343"/>
                  </a:moveTo>
                  <a:lnTo>
                    <a:pt x="413" y="1764"/>
                  </a:lnTo>
                  <a:lnTo>
                    <a:pt x="0" y="1226"/>
                  </a:lnTo>
                  <a:lnTo>
                    <a:pt x="6" y="1098"/>
                  </a:lnTo>
                  <a:lnTo>
                    <a:pt x="638" y="0"/>
                  </a:lnTo>
                  <a:lnTo>
                    <a:pt x="1233" y="343"/>
                  </a:lnTo>
                  <a:lnTo>
                    <a:pt x="1233" y="343"/>
                  </a:lnTo>
                  <a:close/>
                </a:path>
              </a:pathLst>
            </a:custGeom>
            <a:solidFill>
              <a:schemeClr val="bg1">
                <a:lumMod val="50000"/>
              </a:schemeClr>
            </a:solidFill>
            <a:ln>
              <a:noFill/>
            </a:ln>
            <a:extLst>
              <a:ext uri="{91240B29-F687-4F45-9708-019B960494DF}">
                <a14:hiddenLine xmlns:a14="http://schemas.microsoft.com/office/drawing/2010/main" w="0">
                  <a:solidFill>
                    <a:srgbClr val="000000"/>
                  </a:solidFill>
                  <a:bevel/>
                </a14:hiddenLine>
              </a:ext>
            </a:extLst>
          </p:spPr>
          <p:txBody>
            <a:bodyPr/>
            <a:lstStyle/>
            <a:p>
              <a:pPr defTabSz="1096645"/>
              <a:endParaRPr lang="zh-CN" altLang="zh-CN" sz="216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 name="Freeform 5"/>
            <p:cNvSpPr>
              <a:spLocks noChangeArrowheads="1"/>
            </p:cNvSpPr>
            <p:nvPr/>
          </p:nvSpPr>
          <p:spPr bwMode="auto">
            <a:xfrm rot="7200000">
              <a:off x="1071" y="8"/>
              <a:ext cx="860" cy="1305"/>
            </a:xfrm>
            <a:custGeom>
              <a:avLst/>
              <a:gdLst>
                <a:gd name="T0" fmla="*/ 1233 w 1233"/>
                <a:gd name="T1" fmla="*/ 343 h 1764"/>
                <a:gd name="T2" fmla="*/ 413 w 1233"/>
                <a:gd name="T3" fmla="*/ 1764 h 1764"/>
                <a:gd name="T4" fmla="*/ 0 w 1233"/>
                <a:gd name="T5" fmla="*/ 1226 h 1764"/>
                <a:gd name="T6" fmla="*/ 6 w 1233"/>
                <a:gd name="T7" fmla="*/ 1098 h 1764"/>
                <a:gd name="T8" fmla="*/ 638 w 1233"/>
                <a:gd name="T9" fmla="*/ 0 h 1764"/>
                <a:gd name="T10" fmla="*/ 1233 w 1233"/>
                <a:gd name="T11" fmla="*/ 343 h 1764"/>
                <a:gd name="T12" fmla="*/ 1233 w 1233"/>
                <a:gd name="T13" fmla="*/ 343 h 1764"/>
                <a:gd name="T14" fmla="*/ 0 60000 65536"/>
                <a:gd name="T15" fmla="*/ 0 60000 65536"/>
                <a:gd name="T16" fmla="*/ 0 60000 65536"/>
                <a:gd name="T17" fmla="*/ 0 60000 65536"/>
                <a:gd name="T18" fmla="*/ 0 60000 65536"/>
                <a:gd name="T19" fmla="*/ 0 60000 65536"/>
                <a:gd name="T20" fmla="*/ 0 60000 65536"/>
                <a:gd name="T21" fmla="*/ 0 w 1233"/>
                <a:gd name="T22" fmla="*/ 0 h 1764"/>
                <a:gd name="T23" fmla="*/ 1233 w 1233"/>
                <a:gd name="T24" fmla="*/ 1764 h 17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33" h="1764">
                  <a:moveTo>
                    <a:pt x="1233" y="343"/>
                  </a:moveTo>
                  <a:lnTo>
                    <a:pt x="413" y="1764"/>
                  </a:lnTo>
                  <a:lnTo>
                    <a:pt x="0" y="1226"/>
                  </a:lnTo>
                  <a:lnTo>
                    <a:pt x="6" y="1098"/>
                  </a:lnTo>
                  <a:lnTo>
                    <a:pt x="638" y="0"/>
                  </a:lnTo>
                  <a:lnTo>
                    <a:pt x="1233" y="343"/>
                  </a:lnTo>
                  <a:lnTo>
                    <a:pt x="1233" y="343"/>
                  </a:lnTo>
                  <a:close/>
                </a:path>
              </a:pathLst>
            </a:custGeom>
            <a:solidFill>
              <a:srgbClr val="0097B0"/>
            </a:solidFill>
            <a:ln>
              <a:noFill/>
            </a:ln>
            <a:extLst>
              <a:ext uri="{91240B29-F687-4F45-9708-019B960494DF}">
                <a14:hiddenLine xmlns:a14="http://schemas.microsoft.com/office/drawing/2010/main" w="0">
                  <a:solidFill>
                    <a:srgbClr val="000000"/>
                  </a:solidFill>
                  <a:bevel/>
                </a14:hiddenLine>
              </a:ext>
            </a:extLst>
          </p:spPr>
          <p:txBody>
            <a:bodyPr/>
            <a:lstStyle/>
            <a:p>
              <a:pPr defTabSz="1096645"/>
              <a:endParaRPr lang="zh-CN" altLang="zh-CN" sz="216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5" name="Group 6"/>
            <p:cNvGrpSpPr/>
            <p:nvPr/>
          </p:nvGrpSpPr>
          <p:grpSpPr bwMode="auto">
            <a:xfrm>
              <a:off x="57" y="0"/>
              <a:ext cx="1480" cy="1302"/>
              <a:chOff x="0" y="0"/>
              <a:chExt cx="1480" cy="1302"/>
            </a:xfrm>
          </p:grpSpPr>
          <p:sp>
            <p:nvSpPr>
              <p:cNvPr id="15" name="AutoShape 7"/>
              <p:cNvSpPr>
                <a:spLocks noChangeArrowheads="1"/>
              </p:cNvSpPr>
              <p:nvPr/>
            </p:nvSpPr>
            <p:spPr bwMode="auto">
              <a:xfrm rot="12600000">
                <a:off x="0" y="922"/>
                <a:ext cx="908" cy="380"/>
              </a:xfrm>
              <a:prstGeom prst="triangle">
                <a:avLst>
                  <a:gd name="adj" fmla="val 50000"/>
                </a:avLst>
              </a:prstGeom>
              <a:solidFill>
                <a:srgbClr val="0097B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defTabSz="1096645"/>
                <a:endParaRPr lang="zh-CN" altLang="zh-CN" sz="216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6" name="Freeform 8"/>
              <p:cNvSpPr>
                <a:spLocks noChangeArrowheads="1"/>
              </p:cNvSpPr>
              <p:nvPr/>
            </p:nvSpPr>
            <p:spPr bwMode="auto">
              <a:xfrm rot="7200000">
                <a:off x="249" y="421"/>
                <a:ext cx="948" cy="508"/>
              </a:xfrm>
              <a:custGeom>
                <a:avLst/>
                <a:gdLst>
                  <a:gd name="T0" fmla="*/ 9866 w 750"/>
                  <a:gd name="T1" fmla="*/ 0 h 378"/>
                  <a:gd name="T2" fmla="*/ 0 w 750"/>
                  <a:gd name="T3" fmla="*/ 0 h 378"/>
                  <a:gd name="T4" fmla="*/ 32 w 750"/>
                  <a:gd name="T5" fmla="*/ 5020 h 378"/>
                  <a:gd name="T6" fmla="*/ 368 w 750"/>
                  <a:gd name="T7" fmla="*/ 9768 h 378"/>
                  <a:gd name="T8" fmla="*/ 9866 w 750"/>
                  <a:gd name="T9" fmla="*/ 9768 h 378"/>
                  <a:gd name="T10" fmla="*/ 9866 w 750"/>
                  <a:gd name="T11" fmla="*/ 0 h 378"/>
                  <a:gd name="T12" fmla="*/ 9866 w 750"/>
                  <a:gd name="T13" fmla="*/ 0 h 378"/>
                  <a:gd name="T14" fmla="*/ 0 60000 65536"/>
                  <a:gd name="T15" fmla="*/ 0 60000 65536"/>
                  <a:gd name="T16" fmla="*/ 0 60000 65536"/>
                  <a:gd name="T17" fmla="*/ 0 60000 65536"/>
                  <a:gd name="T18" fmla="*/ 0 60000 65536"/>
                  <a:gd name="T19" fmla="*/ 0 60000 65536"/>
                  <a:gd name="T20" fmla="*/ 0 60000 65536"/>
                  <a:gd name="T21" fmla="*/ 0 w 750"/>
                  <a:gd name="T22" fmla="*/ 0 h 378"/>
                  <a:gd name="T23" fmla="*/ 750 w 750"/>
                  <a:gd name="T24" fmla="*/ 378 h 3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378">
                    <a:moveTo>
                      <a:pt x="750" y="0"/>
                    </a:moveTo>
                    <a:lnTo>
                      <a:pt x="0" y="0"/>
                    </a:lnTo>
                    <a:lnTo>
                      <a:pt x="2" y="194"/>
                    </a:lnTo>
                    <a:lnTo>
                      <a:pt x="28" y="378"/>
                    </a:lnTo>
                    <a:lnTo>
                      <a:pt x="750" y="378"/>
                    </a:lnTo>
                    <a:lnTo>
                      <a:pt x="750" y="0"/>
                    </a:lnTo>
                    <a:close/>
                  </a:path>
                </a:pathLst>
              </a:custGeom>
              <a:solidFill>
                <a:srgbClr val="0097B0"/>
              </a:solidFill>
              <a:ln>
                <a:noFill/>
              </a:ln>
              <a:extLst>
                <a:ext uri="{91240B29-F687-4F45-9708-019B960494DF}">
                  <a14:hiddenLine xmlns:a14="http://schemas.microsoft.com/office/drawing/2010/main" w="0">
                    <a:solidFill>
                      <a:srgbClr val="000000"/>
                    </a:solidFill>
                    <a:bevel/>
                  </a14:hiddenLine>
                </a:ext>
              </a:extLst>
            </p:spPr>
            <p:txBody>
              <a:bodyPr/>
              <a:lstStyle/>
              <a:p>
                <a:pPr defTabSz="1096645"/>
                <a:endParaRPr lang="zh-CN" altLang="zh-CN" sz="216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 name="Freeform 9"/>
              <p:cNvSpPr>
                <a:spLocks noChangeArrowheads="1"/>
              </p:cNvSpPr>
              <p:nvPr/>
            </p:nvSpPr>
            <p:spPr bwMode="auto">
              <a:xfrm rot="7200000">
                <a:off x="925" y="-163"/>
                <a:ext cx="392" cy="718"/>
              </a:xfrm>
              <a:custGeom>
                <a:avLst/>
                <a:gdLst>
                  <a:gd name="T0" fmla="*/ 38 w 495"/>
                  <a:gd name="T1" fmla="*/ 10 h 971"/>
                  <a:gd name="T2" fmla="*/ 38 w 495"/>
                  <a:gd name="T3" fmla="*/ 35 h 971"/>
                  <a:gd name="T4" fmla="*/ 35 w 495"/>
                  <a:gd name="T5" fmla="*/ 35 h 971"/>
                  <a:gd name="T6" fmla="*/ 33 w 495"/>
                  <a:gd name="T7" fmla="*/ 35 h 971"/>
                  <a:gd name="T8" fmla="*/ 31 w 495"/>
                  <a:gd name="T9" fmla="*/ 33 h 971"/>
                  <a:gd name="T10" fmla="*/ 29 w 495"/>
                  <a:gd name="T11" fmla="*/ 33 h 971"/>
                  <a:gd name="T12" fmla="*/ 25 w 495"/>
                  <a:gd name="T13" fmla="*/ 31 h 971"/>
                  <a:gd name="T14" fmla="*/ 23 w 495"/>
                  <a:gd name="T15" fmla="*/ 29 h 971"/>
                  <a:gd name="T16" fmla="*/ 21 w 495"/>
                  <a:gd name="T17" fmla="*/ 27 h 971"/>
                  <a:gd name="T18" fmla="*/ 17 w 495"/>
                  <a:gd name="T19" fmla="*/ 24 h 971"/>
                  <a:gd name="T20" fmla="*/ 14 w 495"/>
                  <a:gd name="T21" fmla="*/ 20 h 971"/>
                  <a:gd name="T22" fmla="*/ 10 w 495"/>
                  <a:gd name="T23" fmla="*/ 16 h 971"/>
                  <a:gd name="T24" fmla="*/ 8 w 495"/>
                  <a:gd name="T25" fmla="*/ 13 h 971"/>
                  <a:gd name="T26" fmla="*/ 2 w 495"/>
                  <a:gd name="T27" fmla="*/ 7 h 971"/>
                  <a:gd name="T28" fmla="*/ 2 w 495"/>
                  <a:gd name="T29" fmla="*/ 5 h 971"/>
                  <a:gd name="T30" fmla="*/ 0 w 495"/>
                  <a:gd name="T31" fmla="*/ 2 h 971"/>
                  <a:gd name="T32" fmla="*/ 2 w 495"/>
                  <a:gd name="T33" fmla="*/ 0 h 971"/>
                  <a:gd name="T34" fmla="*/ 2 w 495"/>
                  <a:gd name="T35" fmla="*/ 1 h 971"/>
                  <a:gd name="T36" fmla="*/ 2 w 495"/>
                  <a:gd name="T37" fmla="*/ 3 h 971"/>
                  <a:gd name="T38" fmla="*/ 2 w 495"/>
                  <a:gd name="T39" fmla="*/ 4 h 971"/>
                  <a:gd name="T40" fmla="*/ 2 w 495"/>
                  <a:gd name="T41" fmla="*/ 5 h 971"/>
                  <a:gd name="T42" fmla="*/ 2 w 495"/>
                  <a:gd name="T43" fmla="*/ 6 h 971"/>
                  <a:gd name="T44" fmla="*/ 4 w 495"/>
                  <a:gd name="T45" fmla="*/ 7 h 971"/>
                  <a:gd name="T46" fmla="*/ 6 w 495"/>
                  <a:gd name="T47" fmla="*/ 9 h 971"/>
                  <a:gd name="T48" fmla="*/ 10 w 495"/>
                  <a:gd name="T49" fmla="*/ 10 h 971"/>
                  <a:gd name="T50" fmla="*/ 13 w 495"/>
                  <a:gd name="T51" fmla="*/ 10 h 971"/>
                  <a:gd name="T52" fmla="*/ 19 w 495"/>
                  <a:gd name="T53" fmla="*/ 10 h 971"/>
                  <a:gd name="T54" fmla="*/ 38 w 495"/>
                  <a:gd name="T55" fmla="*/ 10 h 97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95"/>
                  <a:gd name="T85" fmla="*/ 0 h 971"/>
                  <a:gd name="T86" fmla="*/ 495 w 495"/>
                  <a:gd name="T87" fmla="*/ 971 h 97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95" h="971">
                    <a:moveTo>
                      <a:pt x="495" y="285"/>
                    </a:moveTo>
                    <a:lnTo>
                      <a:pt x="495" y="971"/>
                    </a:lnTo>
                    <a:lnTo>
                      <a:pt x="462" y="964"/>
                    </a:lnTo>
                    <a:lnTo>
                      <a:pt x="430" y="953"/>
                    </a:lnTo>
                    <a:lnTo>
                      <a:pt x="401" y="931"/>
                    </a:lnTo>
                    <a:lnTo>
                      <a:pt x="372" y="898"/>
                    </a:lnTo>
                    <a:lnTo>
                      <a:pt x="339" y="855"/>
                    </a:lnTo>
                    <a:lnTo>
                      <a:pt x="306" y="801"/>
                    </a:lnTo>
                    <a:lnTo>
                      <a:pt x="270" y="732"/>
                    </a:lnTo>
                    <a:lnTo>
                      <a:pt x="227" y="648"/>
                    </a:lnTo>
                    <a:lnTo>
                      <a:pt x="183" y="554"/>
                    </a:lnTo>
                    <a:lnTo>
                      <a:pt x="129" y="438"/>
                    </a:lnTo>
                    <a:lnTo>
                      <a:pt x="96" y="369"/>
                    </a:lnTo>
                    <a:lnTo>
                      <a:pt x="29" y="211"/>
                    </a:lnTo>
                    <a:lnTo>
                      <a:pt x="2" y="127"/>
                    </a:lnTo>
                    <a:lnTo>
                      <a:pt x="0" y="60"/>
                    </a:lnTo>
                    <a:lnTo>
                      <a:pt x="15" y="0"/>
                    </a:lnTo>
                    <a:lnTo>
                      <a:pt x="15" y="43"/>
                    </a:lnTo>
                    <a:lnTo>
                      <a:pt x="15" y="72"/>
                    </a:lnTo>
                    <a:lnTo>
                      <a:pt x="15" y="99"/>
                    </a:lnTo>
                    <a:lnTo>
                      <a:pt x="18" y="126"/>
                    </a:lnTo>
                    <a:lnTo>
                      <a:pt x="29" y="162"/>
                    </a:lnTo>
                    <a:lnTo>
                      <a:pt x="53" y="198"/>
                    </a:lnTo>
                    <a:lnTo>
                      <a:pt x="85" y="231"/>
                    </a:lnTo>
                    <a:lnTo>
                      <a:pt x="125" y="260"/>
                    </a:lnTo>
                    <a:lnTo>
                      <a:pt x="180" y="278"/>
                    </a:lnTo>
                    <a:lnTo>
                      <a:pt x="245" y="282"/>
                    </a:lnTo>
                    <a:lnTo>
                      <a:pt x="495" y="285"/>
                    </a:lnTo>
                    <a:close/>
                  </a:path>
                </a:pathLst>
              </a:custGeom>
              <a:solidFill>
                <a:srgbClr val="0097B0"/>
              </a:solidFill>
              <a:ln>
                <a:noFill/>
              </a:ln>
              <a:extLst>
                <a:ext uri="{91240B29-F687-4F45-9708-019B960494DF}">
                  <a14:hiddenLine xmlns:a14="http://schemas.microsoft.com/office/drawing/2010/main" w="0">
                    <a:solidFill>
                      <a:srgbClr val="000000"/>
                    </a:solidFill>
                    <a:bevel/>
                  </a14:hiddenLine>
                </a:ext>
              </a:extLst>
            </p:spPr>
            <p:txBody>
              <a:bodyPr/>
              <a:lstStyle/>
              <a:p>
                <a:pPr defTabSz="1096645"/>
                <a:endParaRPr lang="zh-CN" altLang="zh-CN" sz="216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6" name="Freeform 10"/>
            <p:cNvSpPr>
              <a:spLocks noChangeArrowheads="1"/>
            </p:cNvSpPr>
            <p:nvPr/>
          </p:nvSpPr>
          <p:spPr bwMode="auto">
            <a:xfrm rot="14400000">
              <a:off x="1143" y="1175"/>
              <a:ext cx="860" cy="1305"/>
            </a:xfrm>
            <a:custGeom>
              <a:avLst/>
              <a:gdLst>
                <a:gd name="T0" fmla="*/ 1233 w 1233"/>
                <a:gd name="T1" fmla="*/ 343 h 1764"/>
                <a:gd name="T2" fmla="*/ 413 w 1233"/>
                <a:gd name="T3" fmla="*/ 1764 h 1764"/>
                <a:gd name="T4" fmla="*/ 0 w 1233"/>
                <a:gd name="T5" fmla="*/ 1226 h 1764"/>
                <a:gd name="T6" fmla="*/ 6 w 1233"/>
                <a:gd name="T7" fmla="*/ 1098 h 1764"/>
                <a:gd name="T8" fmla="*/ 638 w 1233"/>
                <a:gd name="T9" fmla="*/ 0 h 1764"/>
                <a:gd name="T10" fmla="*/ 1233 w 1233"/>
                <a:gd name="T11" fmla="*/ 343 h 1764"/>
                <a:gd name="T12" fmla="*/ 1233 w 1233"/>
                <a:gd name="T13" fmla="*/ 343 h 1764"/>
                <a:gd name="T14" fmla="*/ 0 60000 65536"/>
                <a:gd name="T15" fmla="*/ 0 60000 65536"/>
                <a:gd name="T16" fmla="*/ 0 60000 65536"/>
                <a:gd name="T17" fmla="*/ 0 60000 65536"/>
                <a:gd name="T18" fmla="*/ 0 60000 65536"/>
                <a:gd name="T19" fmla="*/ 0 60000 65536"/>
                <a:gd name="T20" fmla="*/ 0 60000 65536"/>
                <a:gd name="T21" fmla="*/ 0 w 1233"/>
                <a:gd name="T22" fmla="*/ 0 h 1764"/>
                <a:gd name="T23" fmla="*/ 1233 w 1233"/>
                <a:gd name="T24" fmla="*/ 1764 h 17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33" h="1764">
                  <a:moveTo>
                    <a:pt x="1233" y="343"/>
                  </a:moveTo>
                  <a:lnTo>
                    <a:pt x="413" y="1764"/>
                  </a:lnTo>
                  <a:lnTo>
                    <a:pt x="0" y="1226"/>
                  </a:lnTo>
                  <a:lnTo>
                    <a:pt x="6" y="1098"/>
                  </a:lnTo>
                  <a:lnTo>
                    <a:pt x="638" y="0"/>
                  </a:lnTo>
                  <a:lnTo>
                    <a:pt x="1233" y="343"/>
                  </a:lnTo>
                  <a:lnTo>
                    <a:pt x="1233" y="343"/>
                  </a:lnTo>
                  <a:close/>
                </a:path>
              </a:pathLst>
            </a:custGeom>
            <a:solidFill>
              <a:schemeClr val="accent1">
                <a:lumMod val="100000"/>
              </a:schemeClr>
            </a:solidFill>
            <a:ln>
              <a:noFill/>
            </a:ln>
            <a:extLst>
              <a:ext uri="{91240B29-F687-4F45-9708-019B960494DF}">
                <a14:hiddenLine xmlns:a14="http://schemas.microsoft.com/office/drawing/2010/main" w="0">
                  <a:solidFill>
                    <a:srgbClr val="000000"/>
                  </a:solidFill>
                  <a:bevel/>
                </a14:hiddenLine>
              </a:ext>
            </a:extLst>
          </p:spPr>
          <p:txBody>
            <a:bodyPr/>
            <a:lstStyle/>
            <a:p>
              <a:pPr defTabSz="1096645"/>
              <a:endParaRPr lang="zh-CN" altLang="zh-CN" sz="216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7" name="Group 11"/>
            <p:cNvGrpSpPr/>
            <p:nvPr/>
          </p:nvGrpSpPr>
          <p:grpSpPr bwMode="auto">
            <a:xfrm>
              <a:off x="1194" y="602"/>
              <a:ext cx="1296" cy="1381"/>
              <a:chOff x="0" y="0"/>
              <a:chExt cx="1296" cy="1381"/>
            </a:xfrm>
          </p:grpSpPr>
          <p:sp>
            <p:nvSpPr>
              <p:cNvPr id="12" name="AutoShape 12"/>
              <p:cNvSpPr>
                <a:spLocks noChangeArrowheads="1"/>
              </p:cNvSpPr>
              <p:nvPr/>
            </p:nvSpPr>
            <p:spPr bwMode="auto">
              <a:xfrm rot="19800000">
                <a:off x="0" y="0"/>
                <a:ext cx="906" cy="380"/>
              </a:xfrm>
              <a:prstGeom prst="triangle">
                <a:avLst>
                  <a:gd name="adj" fmla="val 50000"/>
                </a:avLst>
              </a:prstGeom>
              <a:solidFill>
                <a:schemeClr val="accent1">
                  <a:lumMod val="10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defTabSz="1096645"/>
                <a:endParaRPr lang="zh-CN" altLang="zh-CN" sz="216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Freeform 13"/>
              <p:cNvSpPr>
                <a:spLocks noChangeArrowheads="1"/>
              </p:cNvSpPr>
              <p:nvPr/>
            </p:nvSpPr>
            <p:spPr bwMode="auto">
              <a:xfrm rot="14400000">
                <a:off x="248" y="374"/>
                <a:ext cx="948" cy="507"/>
              </a:xfrm>
              <a:custGeom>
                <a:avLst/>
                <a:gdLst>
                  <a:gd name="T0" fmla="*/ 9866 w 750"/>
                  <a:gd name="T1" fmla="*/ 0 h 378"/>
                  <a:gd name="T2" fmla="*/ 0 w 750"/>
                  <a:gd name="T3" fmla="*/ 0 h 378"/>
                  <a:gd name="T4" fmla="*/ 32 w 750"/>
                  <a:gd name="T5" fmla="*/ 4901 h 378"/>
                  <a:gd name="T6" fmla="*/ 368 w 750"/>
                  <a:gd name="T7" fmla="*/ 9551 h 378"/>
                  <a:gd name="T8" fmla="*/ 9866 w 750"/>
                  <a:gd name="T9" fmla="*/ 9551 h 378"/>
                  <a:gd name="T10" fmla="*/ 9866 w 750"/>
                  <a:gd name="T11" fmla="*/ 0 h 378"/>
                  <a:gd name="T12" fmla="*/ 9866 w 750"/>
                  <a:gd name="T13" fmla="*/ 0 h 378"/>
                  <a:gd name="T14" fmla="*/ 0 60000 65536"/>
                  <a:gd name="T15" fmla="*/ 0 60000 65536"/>
                  <a:gd name="T16" fmla="*/ 0 60000 65536"/>
                  <a:gd name="T17" fmla="*/ 0 60000 65536"/>
                  <a:gd name="T18" fmla="*/ 0 60000 65536"/>
                  <a:gd name="T19" fmla="*/ 0 60000 65536"/>
                  <a:gd name="T20" fmla="*/ 0 60000 65536"/>
                  <a:gd name="T21" fmla="*/ 0 w 750"/>
                  <a:gd name="T22" fmla="*/ 0 h 378"/>
                  <a:gd name="T23" fmla="*/ 750 w 750"/>
                  <a:gd name="T24" fmla="*/ 378 h 3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378">
                    <a:moveTo>
                      <a:pt x="750" y="0"/>
                    </a:moveTo>
                    <a:lnTo>
                      <a:pt x="0" y="0"/>
                    </a:lnTo>
                    <a:lnTo>
                      <a:pt x="2" y="194"/>
                    </a:lnTo>
                    <a:lnTo>
                      <a:pt x="28" y="378"/>
                    </a:lnTo>
                    <a:lnTo>
                      <a:pt x="750" y="378"/>
                    </a:lnTo>
                    <a:lnTo>
                      <a:pt x="750" y="0"/>
                    </a:lnTo>
                    <a:close/>
                  </a:path>
                </a:pathLst>
              </a:custGeom>
              <a:solidFill>
                <a:schemeClr val="accent1">
                  <a:lumMod val="100000"/>
                </a:schemeClr>
              </a:solidFill>
              <a:ln>
                <a:noFill/>
              </a:ln>
              <a:extLst>
                <a:ext uri="{91240B29-F687-4F45-9708-019B960494DF}">
                  <a14:hiddenLine xmlns:a14="http://schemas.microsoft.com/office/drawing/2010/main" w="0">
                    <a:solidFill>
                      <a:srgbClr val="000000"/>
                    </a:solidFill>
                    <a:bevel/>
                  </a14:hiddenLine>
                </a:ext>
              </a:extLst>
            </p:spPr>
            <p:txBody>
              <a:bodyPr/>
              <a:lstStyle/>
              <a:p>
                <a:pPr defTabSz="1096645"/>
                <a:endParaRPr lang="zh-CN" altLang="zh-CN" sz="216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4" name="Freeform 14"/>
              <p:cNvSpPr>
                <a:spLocks noChangeArrowheads="1"/>
              </p:cNvSpPr>
              <p:nvPr/>
            </p:nvSpPr>
            <p:spPr bwMode="auto">
              <a:xfrm rot="14400000">
                <a:off x="764" y="849"/>
                <a:ext cx="346" cy="718"/>
              </a:xfrm>
              <a:custGeom>
                <a:avLst/>
                <a:gdLst>
                  <a:gd name="T0" fmla="*/ 10 w 495"/>
                  <a:gd name="T1" fmla="*/ 10 h 971"/>
                  <a:gd name="T2" fmla="*/ 10 w 495"/>
                  <a:gd name="T3" fmla="*/ 35 h 971"/>
                  <a:gd name="T4" fmla="*/ 9 w 495"/>
                  <a:gd name="T5" fmla="*/ 35 h 971"/>
                  <a:gd name="T6" fmla="*/ 8 w 495"/>
                  <a:gd name="T7" fmla="*/ 35 h 971"/>
                  <a:gd name="T8" fmla="*/ 8 w 495"/>
                  <a:gd name="T9" fmla="*/ 33 h 971"/>
                  <a:gd name="T10" fmla="*/ 7 w 495"/>
                  <a:gd name="T11" fmla="*/ 33 h 971"/>
                  <a:gd name="T12" fmla="*/ 7 w 495"/>
                  <a:gd name="T13" fmla="*/ 31 h 971"/>
                  <a:gd name="T14" fmla="*/ 6 w 495"/>
                  <a:gd name="T15" fmla="*/ 29 h 971"/>
                  <a:gd name="T16" fmla="*/ 5 w 495"/>
                  <a:gd name="T17" fmla="*/ 27 h 971"/>
                  <a:gd name="T18" fmla="*/ 4 w 495"/>
                  <a:gd name="T19" fmla="*/ 24 h 971"/>
                  <a:gd name="T20" fmla="*/ 3 w 495"/>
                  <a:gd name="T21" fmla="*/ 20 h 971"/>
                  <a:gd name="T22" fmla="*/ 2 w 495"/>
                  <a:gd name="T23" fmla="*/ 16 h 971"/>
                  <a:gd name="T24" fmla="*/ 2 w 495"/>
                  <a:gd name="T25" fmla="*/ 13 h 971"/>
                  <a:gd name="T26" fmla="*/ 1 w 495"/>
                  <a:gd name="T27" fmla="*/ 7 h 971"/>
                  <a:gd name="T28" fmla="*/ 1 w 495"/>
                  <a:gd name="T29" fmla="*/ 5 h 971"/>
                  <a:gd name="T30" fmla="*/ 0 w 495"/>
                  <a:gd name="T31" fmla="*/ 2 h 971"/>
                  <a:gd name="T32" fmla="*/ 1 w 495"/>
                  <a:gd name="T33" fmla="*/ 0 h 971"/>
                  <a:gd name="T34" fmla="*/ 1 w 495"/>
                  <a:gd name="T35" fmla="*/ 1 h 971"/>
                  <a:gd name="T36" fmla="*/ 1 w 495"/>
                  <a:gd name="T37" fmla="*/ 3 h 971"/>
                  <a:gd name="T38" fmla="*/ 1 w 495"/>
                  <a:gd name="T39" fmla="*/ 4 h 971"/>
                  <a:gd name="T40" fmla="*/ 1 w 495"/>
                  <a:gd name="T41" fmla="*/ 5 h 971"/>
                  <a:gd name="T42" fmla="*/ 1 w 495"/>
                  <a:gd name="T43" fmla="*/ 6 h 971"/>
                  <a:gd name="T44" fmla="*/ 1 w 495"/>
                  <a:gd name="T45" fmla="*/ 7 h 971"/>
                  <a:gd name="T46" fmla="*/ 1 w 495"/>
                  <a:gd name="T47" fmla="*/ 9 h 971"/>
                  <a:gd name="T48" fmla="*/ 2 w 495"/>
                  <a:gd name="T49" fmla="*/ 10 h 971"/>
                  <a:gd name="T50" fmla="*/ 3 w 495"/>
                  <a:gd name="T51" fmla="*/ 10 h 971"/>
                  <a:gd name="T52" fmla="*/ 5 w 495"/>
                  <a:gd name="T53" fmla="*/ 10 h 971"/>
                  <a:gd name="T54" fmla="*/ 10 w 495"/>
                  <a:gd name="T55" fmla="*/ 10 h 97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95"/>
                  <a:gd name="T85" fmla="*/ 0 h 971"/>
                  <a:gd name="T86" fmla="*/ 495 w 495"/>
                  <a:gd name="T87" fmla="*/ 971 h 97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95" h="971">
                    <a:moveTo>
                      <a:pt x="495" y="285"/>
                    </a:moveTo>
                    <a:lnTo>
                      <a:pt x="495" y="971"/>
                    </a:lnTo>
                    <a:lnTo>
                      <a:pt x="462" y="964"/>
                    </a:lnTo>
                    <a:lnTo>
                      <a:pt x="430" y="953"/>
                    </a:lnTo>
                    <a:lnTo>
                      <a:pt x="401" y="931"/>
                    </a:lnTo>
                    <a:lnTo>
                      <a:pt x="372" y="898"/>
                    </a:lnTo>
                    <a:lnTo>
                      <a:pt x="339" y="855"/>
                    </a:lnTo>
                    <a:lnTo>
                      <a:pt x="306" y="801"/>
                    </a:lnTo>
                    <a:lnTo>
                      <a:pt x="270" y="732"/>
                    </a:lnTo>
                    <a:lnTo>
                      <a:pt x="227" y="648"/>
                    </a:lnTo>
                    <a:lnTo>
                      <a:pt x="183" y="554"/>
                    </a:lnTo>
                    <a:lnTo>
                      <a:pt x="129" y="438"/>
                    </a:lnTo>
                    <a:lnTo>
                      <a:pt x="96" y="369"/>
                    </a:lnTo>
                    <a:lnTo>
                      <a:pt x="29" y="211"/>
                    </a:lnTo>
                    <a:lnTo>
                      <a:pt x="2" y="127"/>
                    </a:lnTo>
                    <a:lnTo>
                      <a:pt x="0" y="60"/>
                    </a:lnTo>
                    <a:lnTo>
                      <a:pt x="15" y="0"/>
                    </a:lnTo>
                    <a:lnTo>
                      <a:pt x="15" y="43"/>
                    </a:lnTo>
                    <a:lnTo>
                      <a:pt x="15" y="72"/>
                    </a:lnTo>
                    <a:lnTo>
                      <a:pt x="15" y="99"/>
                    </a:lnTo>
                    <a:lnTo>
                      <a:pt x="18" y="126"/>
                    </a:lnTo>
                    <a:lnTo>
                      <a:pt x="29" y="162"/>
                    </a:lnTo>
                    <a:lnTo>
                      <a:pt x="53" y="198"/>
                    </a:lnTo>
                    <a:lnTo>
                      <a:pt x="85" y="231"/>
                    </a:lnTo>
                    <a:lnTo>
                      <a:pt x="125" y="260"/>
                    </a:lnTo>
                    <a:lnTo>
                      <a:pt x="180" y="278"/>
                    </a:lnTo>
                    <a:lnTo>
                      <a:pt x="245" y="282"/>
                    </a:lnTo>
                    <a:lnTo>
                      <a:pt x="495" y="285"/>
                    </a:lnTo>
                    <a:close/>
                  </a:path>
                </a:pathLst>
              </a:custGeom>
              <a:solidFill>
                <a:schemeClr val="accent1">
                  <a:lumMod val="100000"/>
                </a:schemeClr>
              </a:solidFill>
              <a:ln>
                <a:noFill/>
              </a:ln>
              <a:extLst>
                <a:ext uri="{91240B29-F687-4F45-9708-019B960494DF}">
                  <a14:hiddenLine xmlns:a14="http://schemas.microsoft.com/office/drawing/2010/main" w="0">
                    <a:solidFill>
                      <a:srgbClr val="000000"/>
                    </a:solidFill>
                    <a:bevel/>
                  </a14:hiddenLine>
                </a:ext>
              </a:extLst>
            </p:spPr>
            <p:txBody>
              <a:bodyPr/>
              <a:lstStyle/>
              <a:p>
                <a:pPr defTabSz="1096645"/>
                <a:endParaRPr lang="zh-CN" altLang="zh-CN" sz="216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8" name="Group 15"/>
            <p:cNvGrpSpPr/>
            <p:nvPr/>
          </p:nvGrpSpPr>
          <p:grpSpPr bwMode="auto">
            <a:xfrm>
              <a:off x="0" y="1448"/>
              <a:ext cx="1571" cy="879"/>
              <a:chOff x="0" y="0"/>
              <a:chExt cx="1571" cy="879"/>
            </a:xfrm>
          </p:grpSpPr>
          <p:sp>
            <p:nvSpPr>
              <p:cNvPr id="9" name="Freeform 16"/>
              <p:cNvSpPr>
                <a:spLocks noChangeArrowheads="1"/>
              </p:cNvSpPr>
              <p:nvPr/>
            </p:nvSpPr>
            <p:spPr bwMode="auto">
              <a:xfrm>
                <a:off x="0" y="0"/>
                <a:ext cx="366" cy="692"/>
              </a:xfrm>
              <a:custGeom>
                <a:avLst/>
                <a:gdLst>
                  <a:gd name="T0" fmla="*/ 18 w 495"/>
                  <a:gd name="T1" fmla="*/ 7 h 971"/>
                  <a:gd name="T2" fmla="*/ 18 w 495"/>
                  <a:gd name="T3" fmla="*/ 24 h 971"/>
                  <a:gd name="T4" fmla="*/ 16 w 495"/>
                  <a:gd name="T5" fmla="*/ 24 h 971"/>
                  <a:gd name="T6" fmla="*/ 16 w 495"/>
                  <a:gd name="T7" fmla="*/ 23 h 971"/>
                  <a:gd name="T8" fmla="*/ 15 w 495"/>
                  <a:gd name="T9" fmla="*/ 22 h 971"/>
                  <a:gd name="T10" fmla="*/ 13 w 495"/>
                  <a:gd name="T11" fmla="*/ 22 h 971"/>
                  <a:gd name="T12" fmla="*/ 12 w 495"/>
                  <a:gd name="T13" fmla="*/ 21 h 971"/>
                  <a:gd name="T14" fmla="*/ 11 w 495"/>
                  <a:gd name="T15" fmla="*/ 19 h 971"/>
                  <a:gd name="T16" fmla="*/ 10 w 495"/>
                  <a:gd name="T17" fmla="*/ 17 h 971"/>
                  <a:gd name="T18" fmla="*/ 8 w 495"/>
                  <a:gd name="T19" fmla="*/ 16 h 971"/>
                  <a:gd name="T20" fmla="*/ 7 w 495"/>
                  <a:gd name="T21" fmla="*/ 14 h 971"/>
                  <a:gd name="T22" fmla="*/ 5 w 495"/>
                  <a:gd name="T23" fmla="*/ 11 h 971"/>
                  <a:gd name="T24" fmla="*/ 4 w 495"/>
                  <a:gd name="T25" fmla="*/ 9 h 971"/>
                  <a:gd name="T26" fmla="*/ 1 w 495"/>
                  <a:gd name="T27" fmla="*/ 5 h 971"/>
                  <a:gd name="T28" fmla="*/ 1 w 495"/>
                  <a:gd name="T29" fmla="*/ 3 h 971"/>
                  <a:gd name="T30" fmla="*/ 0 w 495"/>
                  <a:gd name="T31" fmla="*/ 1 h 971"/>
                  <a:gd name="T32" fmla="*/ 1 w 495"/>
                  <a:gd name="T33" fmla="*/ 0 h 971"/>
                  <a:gd name="T34" fmla="*/ 1 w 495"/>
                  <a:gd name="T35" fmla="*/ 1 h 971"/>
                  <a:gd name="T36" fmla="*/ 1 w 495"/>
                  <a:gd name="T37" fmla="*/ 2 h 971"/>
                  <a:gd name="T38" fmla="*/ 1 w 495"/>
                  <a:gd name="T39" fmla="*/ 3 h 971"/>
                  <a:gd name="T40" fmla="*/ 1 w 495"/>
                  <a:gd name="T41" fmla="*/ 3 h 971"/>
                  <a:gd name="T42" fmla="*/ 1 w 495"/>
                  <a:gd name="T43" fmla="*/ 4 h 971"/>
                  <a:gd name="T44" fmla="*/ 2 w 495"/>
                  <a:gd name="T45" fmla="*/ 5 h 971"/>
                  <a:gd name="T46" fmla="*/ 3 w 495"/>
                  <a:gd name="T47" fmla="*/ 6 h 971"/>
                  <a:gd name="T48" fmla="*/ 4 w 495"/>
                  <a:gd name="T49" fmla="*/ 6 h 971"/>
                  <a:gd name="T50" fmla="*/ 7 w 495"/>
                  <a:gd name="T51" fmla="*/ 7 h 971"/>
                  <a:gd name="T52" fmla="*/ 9 w 495"/>
                  <a:gd name="T53" fmla="*/ 7 h 971"/>
                  <a:gd name="T54" fmla="*/ 18 w 495"/>
                  <a:gd name="T55" fmla="*/ 7 h 97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95"/>
                  <a:gd name="T85" fmla="*/ 0 h 971"/>
                  <a:gd name="T86" fmla="*/ 495 w 495"/>
                  <a:gd name="T87" fmla="*/ 971 h 97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95" h="971">
                    <a:moveTo>
                      <a:pt x="495" y="285"/>
                    </a:moveTo>
                    <a:lnTo>
                      <a:pt x="495" y="971"/>
                    </a:lnTo>
                    <a:lnTo>
                      <a:pt x="462" y="964"/>
                    </a:lnTo>
                    <a:lnTo>
                      <a:pt x="430" y="953"/>
                    </a:lnTo>
                    <a:lnTo>
                      <a:pt x="401" y="931"/>
                    </a:lnTo>
                    <a:lnTo>
                      <a:pt x="372" y="898"/>
                    </a:lnTo>
                    <a:lnTo>
                      <a:pt x="339" y="855"/>
                    </a:lnTo>
                    <a:lnTo>
                      <a:pt x="306" y="801"/>
                    </a:lnTo>
                    <a:lnTo>
                      <a:pt x="270" y="732"/>
                    </a:lnTo>
                    <a:lnTo>
                      <a:pt x="227" y="648"/>
                    </a:lnTo>
                    <a:lnTo>
                      <a:pt x="183" y="554"/>
                    </a:lnTo>
                    <a:lnTo>
                      <a:pt x="129" y="438"/>
                    </a:lnTo>
                    <a:lnTo>
                      <a:pt x="96" y="369"/>
                    </a:lnTo>
                    <a:lnTo>
                      <a:pt x="29" y="211"/>
                    </a:lnTo>
                    <a:lnTo>
                      <a:pt x="2" y="127"/>
                    </a:lnTo>
                    <a:lnTo>
                      <a:pt x="0" y="60"/>
                    </a:lnTo>
                    <a:lnTo>
                      <a:pt x="15" y="0"/>
                    </a:lnTo>
                    <a:lnTo>
                      <a:pt x="15" y="43"/>
                    </a:lnTo>
                    <a:lnTo>
                      <a:pt x="15" y="72"/>
                    </a:lnTo>
                    <a:lnTo>
                      <a:pt x="15" y="99"/>
                    </a:lnTo>
                    <a:lnTo>
                      <a:pt x="18" y="126"/>
                    </a:lnTo>
                    <a:lnTo>
                      <a:pt x="29" y="162"/>
                    </a:lnTo>
                    <a:lnTo>
                      <a:pt x="53" y="198"/>
                    </a:lnTo>
                    <a:lnTo>
                      <a:pt x="85" y="231"/>
                    </a:lnTo>
                    <a:lnTo>
                      <a:pt x="125" y="260"/>
                    </a:lnTo>
                    <a:lnTo>
                      <a:pt x="180" y="278"/>
                    </a:lnTo>
                    <a:lnTo>
                      <a:pt x="245" y="282"/>
                    </a:lnTo>
                    <a:lnTo>
                      <a:pt x="495" y="285"/>
                    </a:lnTo>
                    <a:close/>
                  </a:path>
                </a:pathLst>
              </a:custGeom>
              <a:solidFill>
                <a:schemeClr val="bg1">
                  <a:lumMod val="50000"/>
                </a:schemeClr>
              </a:solidFill>
              <a:ln>
                <a:noFill/>
              </a:ln>
              <a:extLst>
                <a:ext uri="{91240B29-F687-4F45-9708-019B960494DF}">
                  <a14:hiddenLine xmlns:a14="http://schemas.microsoft.com/office/drawing/2010/main" w="0">
                    <a:solidFill>
                      <a:srgbClr val="000000"/>
                    </a:solidFill>
                    <a:bevel/>
                  </a14:hiddenLine>
                </a:ext>
              </a:extLst>
            </p:spPr>
            <p:txBody>
              <a:bodyPr/>
              <a:lstStyle/>
              <a:p>
                <a:pPr defTabSz="1096645"/>
                <a:endParaRPr lang="zh-CN" altLang="zh-CN" sz="216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0" name="AutoShape 17"/>
              <p:cNvSpPr>
                <a:spLocks noChangeArrowheads="1"/>
              </p:cNvSpPr>
              <p:nvPr/>
            </p:nvSpPr>
            <p:spPr bwMode="auto">
              <a:xfrm rot="5400000">
                <a:off x="934" y="240"/>
                <a:ext cx="872" cy="403"/>
              </a:xfrm>
              <a:prstGeom prst="triangle">
                <a:avLst>
                  <a:gd name="adj" fmla="val 50000"/>
                </a:avLst>
              </a:prstGeom>
              <a:solidFill>
                <a:schemeClr val="bg1">
                  <a:lumMod val="5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defTabSz="1096645"/>
                <a:endParaRPr lang="zh-CN" altLang="zh-CN" sz="216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1" name="Freeform 18"/>
              <p:cNvSpPr>
                <a:spLocks noChangeArrowheads="1"/>
              </p:cNvSpPr>
              <p:nvPr/>
            </p:nvSpPr>
            <p:spPr bwMode="auto">
              <a:xfrm>
                <a:off x="330" y="203"/>
                <a:ext cx="1005" cy="489"/>
              </a:xfrm>
              <a:custGeom>
                <a:avLst/>
                <a:gdLst>
                  <a:gd name="T0" fmla="*/ 18765 w 750"/>
                  <a:gd name="T1" fmla="*/ 0 h 378"/>
                  <a:gd name="T2" fmla="*/ 0 w 750"/>
                  <a:gd name="T3" fmla="*/ 0 h 378"/>
                  <a:gd name="T4" fmla="*/ 51 w 750"/>
                  <a:gd name="T5" fmla="*/ 3290 h 378"/>
                  <a:gd name="T6" fmla="*/ 702 w 750"/>
                  <a:gd name="T7" fmla="*/ 6419 h 378"/>
                  <a:gd name="T8" fmla="*/ 18765 w 750"/>
                  <a:gd name="T9" fmla="*/ 6419 h 378"/>
                  <a:gd name="T10" fmla="*/ 18765 w 750"/>
                  <a:gd name="T11" fmla="*/ 0 h 378"/>
                  <a:gd name="T12" fmla="*/ 18765 w 750"/>
                  <a:gd name="T13" fmla="*/ 0 h 378"/>
                  <a:gd name="T14" fmla="*/ 0 60000 65536"/>
                  <a:gd name="T15" fmla="*/ 0 60000 65536"/>
                  <a:gd name="T16" fmla="*/ 0 60000 65536"/>
                  <a:gd name="T17" fmla="*/ 0 60000 65536"/>
                  <a:gd name="T18" fmla="*/ 0 60000 65536"/>
                  <a:gd name="T19" fmla="*/ 0 60000 65536"/>
                  <a:gd name="T20" fmla="*/ 0 60000 65536"/>
                  <a:gd name="T21" fmla="*/ 0 w 750"/>
                  <a:gd name="T22" fmla="*/ 0 h 378"/>
                  <a:gd name="T23" fmla="*/ 750 w 750"/>
                  <a:gd name="T24" fmla="*/ 378 h 3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378">
                    <a:moveTo>
                      <a:pt x="750" y="0"/>
                    </a:moveTo>
                    <a:lnTo>
                      <a:pt x="0" y="0"/>
                    </a:lnTo>
                    <a:lnTo>
                      <a:pt x="2" y="194"/>
                    </a:lnTo>
                    <a:lnTo>
                      <a:pt x="28" y="378"/>
                    </a:lnTo>
                    <a:lnTo>
                      <a:pt x="750" y="378"/>
                    </a:lnTo>
                    <a:lnTo>
                      <a:pt x="750" y="0"/>
                    </a:lnTo>
                    <a:close/>
                  </a:path>
                </a:pathLst>
              </a:custGeom>
              <a:solidFill>
                <a:schemeClr val="bg1">
                  <a:lumMod val="50000"/>
                </a:schemeClr>
              </a:solidFill>
              <a:ln>
                <a:noFill/>
              </a:ln>
              <a:extLst>
                <a:ext uri="{91240B29-F687-4F45-9708-019B960494DF}">
                  <a14:hiddenLine xmlns:a14="http://schemas.microsoft.com/office/drawing/2010/main" w="0">
                    <a:solidFill>
                      <a:srgbClr val="000000"/>
                    </a:solidFill>
                    <a:bevel/>
                  </a14:hiddenLine>
                </a:ext>
              </a:extLst>
            </p:spPr>
            <p:txBody>
              <a:bodyPr/>
              <a:lstStyle/>
              <a:p>
                <a:pPr defTabSz="1096645"/>
                <a:endParaRPr lang="zh-CN" altLang="zh-CN" sz="216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sp>
        <p:nvSpPr>
          <p:cNvPr id="25" name="任意多边形: 形状 24"/>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accent1">
              <a:lumMod val="100000"/>
            </a:schemeClr>
          </a:solidFill>
          <a:ln w="38100">
            <a:solidFill>
              <a:schemeClr val="accent1">
                <a:lumMod val="10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26" name="图片 2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4501" y="569481"/>
            <a:ext cx="618131" cy="618131"/>
          </a:xfrm>
          <a:prstGeom prst="rect">
            <a:avLst/>
          </a:prstGeom>
        </p:spPr>
      </p:pic>
      <p:sp>
        <p:nvSpPr>
          <p:cNvPr id="27" name="矩形 26"/>
          <p:cNvSpPr/>
          <p:nvPr/>
        </p:nvSpPr>
        <p:spPr>
          <a:xfrm>
            <a:off x="1724760" y="657873"/>
            <a:ext cx="2156360"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3.1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关键技术</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8" name="矩形 27"/>
          <p:cNvSpPr/>
          <p:nvPr/>
        </p:nvSpPr>
        <p:spPr>
          <a:xfrm>
            <a:off x="4728529" y="1258650"/>
            <a:ext cx="2962390" cy="1092607"/>
          </a:xfrm>
          <a:prstGeom prst="rect">
            <a:avLst/>
          </a:prstGeom>
        </p:spPr>
        <p:txBody>
          <a:bodyPr wrap="square">
            <a:spAutoFit/>
          </a:bodyPr>
          <a:lstStyle/>
          <a:p>
            <a:pPr marL="285750" indent="-285750" algn="ctr">
              <a:lnSpc>
                <a:spcPct val="150000"/>
              </a:lnSpc>
              <a:spcAft>
                <a:spcPts val="600"/>
              </a:spcAft>
              <a:buFont typeface="Wingdings" panose="05000000000000000000" pitchFamily="2" charset="2"/>
              <a:buChar char="l"/>
            </a:pPr>
            <a:r>
              <a:rPr lang="zh-CN" altLang="en-US" sz="16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9" name="矩形 28"/>
          <p:cNvSpPr/>
          <p:nvPr/>
        </p:nvSpPr>
        <p:spPr>
          <a:xfrm>
            <a:off x="1303893" y="4256957"/>
            <a:ext cx="2962390" cy="1092607"/>
          </a:xfrm>
          <a:prstGeom prst="rect">
            <a:avLst/>
          </a:prstGeom>
        </p:spPr>
        <p:txBody>
          <a:bodyPr wrap="square">
            <a:spAutoFit/>
          </a:bodyPr>
          <a:lstStyle/>
          <a:p>
            <a:pPr marL="285750" indent="-285750" algn="ctr">
              <a:lnSpc>
                <a:spcPct val="150000"/>
              </a:lnSpc>
              <a:spcAft>
                <a:spcPts val="600"/>
              </a:spcAft>
              <a:buFont typeface="Wingdings" panose="05000000000000000000" pitchFamily="2" charset="2"/>
              <a:buChar char="l"/>
            </a:pPr>
            <a:r>
              <a:rPr lang="zh-CN" altLang="en-US" sz="16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0" name="矩形 29"/>
          <p:cNvSpPr/>
          <p:nvPr/>
        </p:nvSpPr>
        <p:spPr>
          <a:xfrm>
            <a:off x="8186420" y="4240130"/>
            <a:ext cx="2962390" cy="1092607"/>
          </a:xfrm>
          <a:prstGeom prst="rect">
            <a:avLst/>
          </a:prstGeom>
        </p:spPr>
        <p:txBody>
          <a:bodyPr wrap="square">
            <a:spAutoFit/>
          </a:bodyPr>
          <a:lstStyle/>
          <a:p>
            <a:pPr marL="285750" indent="-285750" algn="ctr">
              <a:lnSpc>
                <a:spcPct val="150000"/>
              </a:lnSpc>
              <a:spcAft>
                <a:spcPts val="600"/>
              </a:spcAft>
              <a:buFont typeface="Wingdings" panose="05000000000000000000" pitchFamily="2" charset="2"/>
              <a:buChar char="l"/>
            </a:pPr>
            <a:r>
              <a:rPr lang="zh-CN" altLang="en-US" sz="16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1" name="矩形 30"/>
          <p:cNvSpPr/>
          <p:nvPr/>
        </p:nvSpPr>
        <p:spPr>
          <a:xfrm>
            <a:off x="1887306" y="5862894"/>
            <a:ext cx="9470505" cy="336695"/>
          </a:xfrm>
          <a:prstGeom prst="rect">
            <a:avLst/>
          </a:prstGeom>
        </p:spPr>
        <p:txBody>
          <a:bodyPr wrap="square">
            <a:spAutoFit/>
          </a:bodyPr>
          <a:lstStyle/>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61" name="矩形 79"/>
          <p:cNvSpPr>
            <a:spLocks noChangeArrowheads="1"/>
          </p:cNvSpPr>
          <p:nvPr/>
        </p:nvSpPr>
        <p:spPr bwMode="auto">
          <a:xfrm>
            <a:off x="1196072" y="1974950"/>
            <a:ext cx="2514528" cy="3762586"/>
          </a:xfrm>
          <a:prstGeom prst="rect">
            <a:avLst/>
          </a:prstGeom>
          <a:solidFill>
            <a:schemeClr val="bg1"/>
          </a:solidFill>
          <a:ln w="12700" cap="flat" cmpd="sng">
            <a:solidFill>
              <a:srgbClr val="42719B"/>
            </a:solidFill>
            <a:bevel/>
          </a:ln>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562" name="矩形 82"/>
          <p:cNvSpPr>
            <a:spLocks noChangeArrowheads="1"/>
          </p:cNvSpPr>
          <p:nvPr/>
        </p:nvSpPr>
        <p:spPr bwMode="auto">
          <a:xfrm>
            <a:off x="1196072" y="1974949"/>
            <a:ext cx="2514528" cy="617751"/>
          </a:xfrm>
          <a:prstGeom prst="rect">
            <a:avLst/>
          </a:prstGeom>
          <a:solidFill>
            <a:schemeClr val="accent1">
              <a:lumMod val="100000"/>
            </a:schemeClr>
          </a:solidFill>
          <a:ln>
            <a:noFill/>
          </a:ln>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563" name="矩形 85"/>
          <p:cNvSpPr>
            <a:spLocks noChangeArrowheads="1"/>
          </p:cNvSpPr>
          <p:nvPr/>
        </p:nvSpPr>
        <p:spPr bwMode="auto">
          <a:xfrm>
            <a:off x="1209480" y="2080700"/>
            <a:ext cx="25145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1096645"/>
            <a:r>
              <a:rPr lang="zh-CN" altLang="en-US" b="1" dirty="0">
                <a:solidFill>
                  <a:prstClr val="white"/>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请输入您的标题</a:t>
            </a:r>
            <a:endParaRPr lang="en-US" altLang="zh-CN" b="1" dirty="0">
              <a:solidFill>
                <a:prstClr val="white"/>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564" name="矩形 88"/>
          <p:cNvSpPr>
            <a:spLocks noChangeArrowheads="1"/>
          </p:cNvSpPr>
          <p:nvPr/>
        </p:nvSpPr>
        <p:spPr bwMode="auto">
          <a:xfrm>
            <a:off x="1327513" y="2829520"/>
            <a:ext cx="225164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1096645">
              <a:lnSpc>
                <a:spcPct val="150000"/>
              </a:lnSpc>
            </a:pPr>
            <a:r>
              <a:rPr lang="zh-CN" altLang="en-US" sz="1200" dirty="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请输入您的内容请输入您的内容请输入您的内容请输入您的内容请输入您的内容</a:t>
            </a:r>
            <a:endParaRPr lang="zh-CN" altLang="en-US"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23565" name="Group 13"/>
          <p:cNvGrpSpPr/>
          <p:nvPr/>
        </p:nvGrpSpPr>
        <p:grpSpPr bwMode="auto">
          <a:xfrm>
            <a:off x="2078124" y="5370469"/>
            <a:ext cx="777240" cy="777600"/>
            <a:chOff x="0" y="0"/>
            <a:chExt cx="648000" cy="648000"/>
          </a:xfrm>
        </p:grpSpPr>
        <p:sp>
          <p:nvSpPr>
            <p:cNvPr id="23566" name="矩形 10"/>
            <p:cNvSpPr>
              <a:spLocks noChangeArrowheads="1"/>
            </p:cNvSpPr>
            <p:nvPr/>
          </p:nvSpPr>
          <p:spPr bwMode="auto">
            <a:xfrm>
              <a:off x="0" y="0"/>
              <a:ext cx="648000" cy="648000"/>
            </a:xfrm>
            <a:prstGeom prst="rect">
              <a:avLst/>
            </a:prstGeom>
            <a:solidFill>
              <a:schemeClr val="accent1">
                <a:lumMod val="100000"/>
              </a:schemeClr>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23567" name="Picture 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751" y="105875"/>
              <a:ext cx="434849" cy="450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6" name="任意多边形: 形状 25"/>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accent1">
              <a:lumMod val="100000"/>
            </a:schemeClr>
          </a:solidFill>
          <a:ln w="38100">
            <a:solidFill>
              <a:schemeClr val="accent1">
                <a:lumMod val="10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27" name="图片 2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33541" y="569481"/>
            <a:ext cx="618131" cy="618131"/>
          </a:xfrm>
          <a:prstGeom prst="rect">
            <a:avLst/>
          </a:prstGeom>
        </p:spPr>
      </p:pic>
      <p:sp>
        <p:nvSpPr>
          <p:cNvPr id="28" name="矩形 27"/>
          <p:cNvSpPr/>
          <p:nvPr/>
        </p:nvSpPr>
        <p:spPr>
          <a:xfrm>
            <a:off x="1663800" y="657873"/>
            <a:ext cx="2202847"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3.2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实践难点</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9" name="矩形 88"/>
          <p:cNvSpPr>
            <a:spLocks noChangeArrowheads="1"/>
          </p:cNvSpPr>
          <p:nvPr/>
        </p:nvSpPr>
        <p:spPr bwMode="auto">
          <a:xfrm>
            <a:off x="1311087" y="3921982"/>
            <a:ext cx="225164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1096645">
              <a:lnSpc>
                <a:spcPct val="150000"/>
              </a:lnSpc>
            </a:pPr>
            <a:r>
              <a:rPr lang="zh-CN" altLang="en-US" sz="1200" dirty="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请输入您的内容请输入您的内容请输入您的内容请输入您的内容请输入您的内容</a:t>
            </a:r>
            <a:endParaRPr lang="zh-CN" altLang="en-US"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0" name="矩形 79"/>
          <p:cNvSpPr>
            <a:spLocks noChangeArrowheads="1"/>
          </p:cNvSpPr>
          <p:nvPr/>
        </p:nvSpPr>
        <p:spPr bwMode="auto">
          <a:xfrm>
            <a:off x="4894312" y="1974950"/>
            <a:ext cx="2514528" cy="3762586"/>
          </a:xfrm>
          <a:prstGeom prst="rect">
            <a:avLst/>
          </a:prstGeom>
          <a:solidFill>
            <a:schemeClr val="bg1"/>
          </a:solidFill>
          <a:ln w="12700" cap="flat" cmpd="sng">
            <a:solidFill>
              <a:srgbClr val="42719B"/>
            </a:solidFill>
            <a:bevel/>
          </a:ln>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1" name="矩形 82"/>
          <p:cNvSpPr>
            <a:spLocks noChangeArrowheads="1"/>
          </p:cNvSpPr>
          <p:nvPr/>
        </p:nvSpPr>
        <p:spPr bwMode="auto">
          <a:xfrm>
            <a:off x="4894312" y="1974949"/>
            <a:ext cx="2514528" cy="617751"/>
          </a:xfrm>
          <a:prstGeom prst="rect">
            <a:avLst/>
          </a:prstGeom>
          <a:solidFill>
            <a:schemeClr val="accent1">
              <a:lumMod val="100000"/>
            </a:schemeClr>
          </a:solidFill>
          <a:ln>
            <a:noFill/>
          </a:ln>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2" name="矩形 85"/>
          <p:cNvSpPr>
            <a:spLocks noChangeArrowheads="1"/>
          </p:cNvSpPr>
          <p:nvPr/>
        </p:nvSpPr>
        <p:spPr bwMode="auto">
          <a:xfrm>
            <a:off x="4907720" y="2080700"/>
            <a:ext cx="25145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1096645"/>
            <a:r>
              <a:rPr lang="zh-CN" altLang="en-US" b="1" dirty="0">
                <a:solidFill>
                  <a:prstClr val="white"/>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请输入您的标题</a:t>
            </a:r>
            <a:endParaRPr lang="en-US" altLang="zh-CN" b="1" dirty="0">
              <a:solidFill>
                <a:prstClr val="white"/>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3" name="矩形 88"/>
          <p:cNvSpPr>
            <a:spLocks noChangeArrowheads="1"/>
          </p:cNvSpPr>
          <p:nvPr/>
        </p:nvSpPr>
        <p:spPr bwMode="auto">
          <a:xfrm>
            <a:off x="5025753" y="2829520"/>
            <a:ext cx="225164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1096645">
              <a:lnSpc>
                <a:spcPct val="150000"/>
              </a:lnSpc>
            </a:pPr>
            <a:r>
              <a:rPr lang="zh-CN" altLang="en-US" sz="1200" dirty="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请输入您的内容请输入您的内容请输入您的内容请输入您的内容请输入您的内容</a:t>
            </a:r>
            <a:endParaRPr lang="zh-CN" altLang="en-US"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5" name="矩形 10"/>
          <p:cNvSpPr>
            <a:spLocks noChangeArrowheads="1"/>
          </p:cNvSpPr>
          <p:nvPr/>
        </p:nvSpPr>
        <p:spPr bwMode="auto">
          <a:xfrm>
            <a:off x="5776364" y="5370469"/>
            <a:ext cx="777240" cy="777600"/>
          </a:xfrm>
          <a:prstGeom prst="rect">
            <a:avLst/>
          </a:prstGeom>
          <a:solidFill>
            <a:schemeClr val="accent1">
              <a:lumMod val="100000"/>
            </a:schemeClr>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7" name="矩形 88"/>
          <p:cNvSpPr>
            <a:spLocks noChangeArrowheads="1"/>
          </p:cNvSpPr>
          <p:nvPr/>
        </p:nvSpPr>
        <p:spPr bwMode="auto">
          <a:xfrm>
            <a:off x="5009327" y="3921982"/>
            <a:ext cx="225164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1096645">
              <a:lnSpc>
                <a:spcPct val="150000"/>
              </a:lnSpc>
            </a:pPr>
            <a:r>
              <a:rPr lang="zh-CN" altLang="en-US" sz="1200" dirty="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请输入您的内容请输入您的内容请输入您的内容请输入您的内容请输入您的内容</a:t>
            </a:r>
            <a:endParaRPr lang="zh-CN" altLang="en-US"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8" name="矩形 79"/>
          <p:cNvSpPr>
            <a:spLocks noChangeArrowheads="1"/>
          </p:cNvSpPr>
          <p:nvPr/>
        </p:nvSpPr>
        <p:spPr bwMode="auto">
          <a:xfrm>
            <a:off x="8619368" y="1974950"/>
            <a:ext cx="2514528" cy="3762586"/>
          </a:xfrm>
          <a:prstGeom prst="rect">
            <a:avLst/>
          </a:prstGeom>
          <a:solidFill>
            <a:schemeClr val="bg1"/>
          </a:solidFill>
          <a:ln w="12700" cap="flat" cmpd="sng">
            <a:solidFill>
              <a:srgbClr val="42719B"/>
            </a:solidFill>
            <a:bevel/>
          </a:ln>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9" name="矩形 82"/>
          <p:cNvSpPr>
            <a:spLocks noChangeArrowheads="1"/>
          </p:cNvSpPr>
          <p:nvPr/>
        </p:nvSpPr>
        <p:spPr bwMode="auto">
          <a:xfrm>
            <a:off x="8619368" y="1974949"/>
            <a:ext cx="2514528" cy="617751"/>
          </a:xfrm>
          <a:prstGeom prst="rect">
            <a:avLst/>
          </a:prstGeom>
          <a:solidFill>
            <a:schemeClr val="accent1">
              <a:lumMod val="100000"/>
            </a:schemeClr>
          </a:solidFill>
          <a:ln>
            <a:noFill/>
          </a:ln>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0" name="矩形 85"/>
          <p:cNvSpPr>
            <a:spLocks noChangeArrowheads="1"/>
          </p:cNvSpPr>
          <p:nvPr/>
        </p:nvSpPr>
        <p:spPr bwMode="auto">
          <a:xfrm>
            <a:off x="8632776" y="2080700"/>
            <a:ext cx="25145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1096645"/>
            <a:r>
              <a:rPr lang="zh-CN" altLang="en-US" b="1" dirty="0">
                <a:solidFill>
                  <a:prstClr val="white"/>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请输入您的标题</a:t>
            </a:r>
            <a:endParaRPr lang="en-US" altLang="zh-CN" b="1" dirty="0">
              <a:solidFill>
                <a:prstClr val="white"/>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1" name="矩形 88"/>
          <p:cNvSpPr>
            <a:spLocks noChangeArrowheads="1"/>
          </p:cNvSpPr>
          <p:nvPr/>
        </p:nvSpPr>
        <p:spPr bwMode="auto">
          <a:xfrm>
            <a:off x="8750809" y="2829520"/>
            <a:ext cx="225164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1096645">
              <a:lnSpc>
                <a:spcPct val="150000"/>
              </a:lnSpc>
            </a:pPr>
            <a:r>
              <a:rPr lang="zh-CN" altLang="en-US" sz="1200" dirty="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请输入您的内容请输入您的内容请输入您的内容请输入您的内容请输入您的内容</a:t>
            </a:r>
            <a:endParaRPr lang="zh-CN" altLang="en-US"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5" name="矩形 88"/>
          <p:cNvSpPr>
            <a:spLocks noChangeArrowheads="1"/>
          </p:cNvSpPr>
          <p:nvPr/>
        </p:nvSpPr>
        <p:spPr bwMode="auto">
          <a:xfrm>
            <a:off x="8734383" y="3921982"/>
            <a:ext cx="225164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1096645">
              <a:lnSpc>
                <a:spcPct val="150000"/>
              </a:lnSpc>
            </a:pPr>
            <a:r>
              <a:rPr lang="zh-CN" altLang="en-US" sz="1200" dirty="0">
                <a:solidFill>
                  <a:srgbClr val="000000"/>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请输入您的内容请输入您的内容请输入您的内容请输入您的内容请输入您的内容</a:t>
            </a:r>
            <a:endParaRPr lang="zh-CN" altLang="en-US"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23580" name="Picture 7" descr="\\MAGNUM\Projects\Microsoft\Cloud Power FY12\Design\Icons\PNGs\Pooled.png"/>
          <p:cNvPicPr>
            <a:picLocks noChangeAspect="1" noChangeArrowheads="1"/>
          </p:cNvPicPr>
          <p:nvPr/>
        </p:nvPicPr>
        <p:blipFill>
          <a:blip r:embed="rId6" cstate="print">
            <a:lum bright="100000"/>
            <a:extLst>
              <a:ext uri="{28A0092B-C50C-407E-A947-70E740481C1C}">
                <a14:useLocalDpi xmlns:a14="http://schemas.microsoft.com/office/drawing/2010/main" val="0"/>
              </a:ext>
            </a:extLst>
          </a:blip>
          <a:srcRect/>
          <a:stretch>
            <a:fillRect/>
          </a:stretch>
        </p:blipFill>
        <p:spPr bwMode="auto">
          <a:xfrm>
            <a:off x="5789590" y="5387098"/>
            <a:ext cx="781050" cy="752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 name="矩形 10"/>
          <p:cNvSpPr>
            <a:spLocks noChangeArrowheads="1"/>
          </p:cNvSpPr>
          <p:nvPr/>
        </p:nvSpPr>
        <p:spPr bwMode="auto">
          <a:xfrm>
            <a:off x="9552600" y="5370469"/>
            <a:ext cx="777240" cy="777600"/>
          </a:xfrm>
          <a:prstGeom prst="rect">
            <a:avLst/>
          </a:prstGeom>
          <a:solidFill>
            <a:schemeClr val="accent1">
              <a:lumMod val="100000"/>
            </a:schemeClr>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1096645"/>
            <a:endParaRPr lang="zh-CN" altLang="zh-CN" sz="2160">
              <a:solidFill>
                <a:srgbClr val="FFFFFF"/>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23583" name="Picture 2" descr="C:\Users\kelleyc\Desktop\untitled3.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683817" y="5520563"/>
            <a:ext cx="514806" cy="51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文本框 35">
            <a:extLst>
              <a:ext uri="{FF2B5EF4-FFF2-40B4-BE49-F238E27FC236}">
                <a16:creationId xmlns:a16="http://schemas.microsoft.com/office/drawing/2014/main" id="{73A71C8E-E61F-4F46-8CC1-974514EAD07C}"/>
              </a:ext>
            </a:extLst>
          </p:cNvPr>
          <p:cNvSpPr txBox="1"/>
          <p:nvPr/>
        </p:nvSpPr>
        <p:spPr>
          <a:xfrm>
            <a:off x="159385" y="6363081"/>
            <a:ext cx="2634615" cy="369332"/>
          </a:xfrm>
          <a:prstGeom prst="rect">
            <a:avLst/>
          </a:prstGeom>
          <a:noFill/>
        </p:spPr>
        <p:txBody>
          <a:bodyPr wrap="square">
            <a:spAutoFit/>
          </a:bodyPr>
          <a:lstStyle/>
          <a:p>
            <a:r>
              <a:rPr lang="zh-CN" altLang="en-US" sz="1800" b="1" dirty="0">
                <a:solidFill>
                  <a:schemeClr val="accent1"/>
                </a:solidFill>
                <a:latin typeface="华文行楷" panose="02010800040101010101" pitchFamily="2" charset="-122"/>
                <a:ea typeface="华文行楷" panose="02010800040101010101" pitchFamily="2" charset="-122"/>
              </a:rPr>
              <a:t>惟真求新 </a:t>
            </a:r>
            <a:endParaRPr lang="zh-CN" altLang="en-US" dirty="0">
              <a:solidFill>
                <a:schemeClr val="accent1"/>
              </a:solidFill>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任意多边形: 形状 12"/>
          <p:cNvSpPr/>
          <p:nvPr/>
        </p:nvSpPr>
        <p:spPr>
          <a:xfrm>
            <a:off x="2965173" y="2922324"/>
            <a:ext cx="6261654" cy="134863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bg1"/>
          </a:solidFill>
          <a:ln w="38100">
            <a:solidFill>
              <a:schemeClr val="accent1">
                <a:lumMod val="10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矩形 8"/>
          <p:cNvSpPr/>
          <p:nvPr/>
        </p:nvSpPr>
        <p:spPr>
          <a:xfrm>
            <a:off x="4161570" y="3271730"/>
            <a:ext cx="4647150" cy="1200329"/>
          </a:xfrm>
          <a:prstGeom prst="rect">
            <a:avLst/>
          </a:prstGeom>
        </p:spPr>
        <p:txBody>
          <a:bodyPr wrap="square">
            <a:spAutoFit/>
          </a:bodyPr>
          <a:lstStyle/>
          <a:p>
            <a:pPr>
              <a:defRPr/>
            </a:pPr>
            <a:r>
              <a:rPr lang="en-US" altLang="zh-CN" sz="36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4. </a:t>
            </a:r>
            <a:r>
              <a:rPr lang="zh-CN" altLang="en-US" sz="36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研究成果与应用</a:t>
            </a:r>
            <a:endParaRPr lang="zh-CN" altLang="en-US" sz="3600"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defRPr/>
            </a:pPr>
            <a:endParaRPr kumimoji="0" lang="zh-CN" altLang="en-US" sz="3600" b="0"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87"/>
          <p:cNvSpPr/>
          <p:nvPr/>
        </p:nvSpPr>
        <p:spPr>
          <a:xfrm>
            <a:off x="5032863" y="2824191"/>
            <a:ext cx="2160000" cy="2160000"/>
          </a:xfrm>
          <a:prstGeom prst="ellipse">
            <a:avLst/>
          </a:prstGeom>
          <a:solidFill>
            <a:schemeClr val="bg1">
              <a:lumMod val="65000"/>
            </a:schemeClr>
          </a:solidFill>
          <a:ln w="88900" cap="flat" cmpd="thickThin">
            <a:noFill/>
            <a:prstDash val="solid"/>
          </a:ln>
        </p:spPr>
        <p:style>
          <a:lnRef idx="2">
            <a:schemeClr val="accent1">
              <a:shade val="50000"/>
            </a:schemeClr>
          </a:lnRef>
          <a:fillRef idx="1">
            <a:schemeClr val="accent1"/>
          </a:fillRef>
          <a:effectRef idx="0">
            <a:schemeClr val="accent1"/>
          </a:effectRef>
          <a:fontRef idx="minor">
            <a:schemeClr val="lt1"/>
          </a:fontRef>
        </p:style>
        <p:txBody>
          <a:bodyPr lIns="85549" tIns="42774" rIns="85549" bIns="42774" rtlCol="0" anchor="ctr"/>
          <a:lstStyle/>
          <a:p>
            <a:pPr algn="ctr" defTabSz="1096645"/>
            <a:endParaRPr lang="id-ID" sz="2160" dirty="0">
              <a:solidFill>
                <a:srgbClr val="E3D29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 name="Oval 88"/>
          <p:cNvSpPr/>
          <p:nvPr/>
        </p:nvSpPr>
        <p:spPr>
          <a:xfrm>
            <a:off x="4087658" y="3206331"/>
            <a:ext cx="1296000" cy="1296000"/>
          </a:xfrm>
          <a:prstGeom prst="ellipse">
            <a:avLst/>
          </a:prstGeom>
          <a:solidFill>
            <a:schemeClr val="accent1">
              <a:lumMod val="100000"/>
            </a:schemeClr>
          </a:solidFill>
          <a:ln w="88900" cap="flat" cmpd="thickThin">
            <a:noFill/>
            <a:prstDash val="solid"/>
          </a:ln>
        </p:spPr>
        <p:style>
          <a:lnRef idx="2">
            <a:schemeClr val="accent1">
              <a:shade val="50000"/>
            </a:schemeClr>
          </a:lnRef>
          <a:fillRef idx="1">
            <a:schemeClr val="accent1"/>
          </a:fillRef>
          <a:effectRef idx="0">
            <a:schemeClr val="accent1"/>
          </a:effectRef>
          <a:fontRef idx="minor">
            <a:schemeClr val="lt1"/>
          </a:fontRef>
        </p:style>
        <p:txBody>
          <a:bodyPr lIns="85549" tIns="42774" rIns="85549" bIns="42774" rtlCol="0" anchor="ctr"/>
          <a:lstStyle/>
          <a:p>
            <a:pPr algn="ctr" defTabSz="1096645"/>
            <a:endParaRPr lang="id-ID" sz="2160" dirty="0">
              <a:solidFill>
                <a:srgbClr val="E3D29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 name="Oval 89"/>
          <p:cNvSpPr/>
          <p:nvPr/>
        </p:nvSpPr>
        <p:spPr>
          <a:xfrm>
            <a:off x="6881258" y="3206330"/>
            <a:ext cx="1296000" cy="1296000"/>
          </a:xfrm>
          <a:prstGeom prst="ellipse">
            <a:avLst/>
          </a:prstGeom>
          <a:solidFill>
            <a:schemeClr val="accent1">
              <a:lumMod val="100000"/>
            </a:schemeClr>
          </a:solidFill>
          <a:ln w="88900" cap="flat" cmpd="thickThin">
            <a:noFill/>
            <a:prstDash val="solid"/>
          </a:ln>
        </p:spPr>
        <p:style>
          <a:lnRef idx="2">
            <a:schemeClr val="accent1">
              <a:shade val="50000"/>
            </a:schemeClr>
          </a:lnRef>
          <a:fillRef idx="1">
            <a:schemeClr val="accent1"/>
          </a:fillRef>
          <a:effectRef idx="0">
            <a:schemeClr val="accent1"/>
          </a:effectRef>
          <a:fontRef idx="minor">
            <a:schemeClr val="lt1"/>
          </a:fontRef>
        </p:style>
        <p:txBody>
          <a:bodyPr lIns="85549" tIns="42774" rIns="85549" bIns="42774" rtlCol="0" anchor="ctr"/>
          <a:lstStyle/>
          <a:p>
            <a:pPr algn="ctr" defTabSz="1096645"/>
            <a:endParaRPr lang="id-ID" sz="2160" dirty="0">
              <a:solidFill>
                <a:srgbClr val="E3D29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 name="Oval 90"/>
          <p:cNvSpPr/>
          <p:nvPr/>
        </p:nvSpPr>
        <p:spPr>
          <a:xfrm rot="16200000">
            <a:off x="5484460" y="4690928"/>
            <a:ext cx="1296000" cy="1296000"/>
          </a:xfrm>
          <a:prstGeom prst="ellipse">
            <a:avLst/>
          </a:prstGeom>
          <a:solidFill>
            <a:schemeClr val="accent1">
              <a:lumMod val="100000"/>
            </a:schemeClr>
          </a:solidFill>
          <a:ln w="88900" cap="flat" cmpd="thickThin">
            <a:noFill/>
            <a:prstDash val="solid"/>
          </a:ln>
        </p:spPr>
        <p:style>
          <a:lnRef idx="2">
            <a:schemeClr val="accent1">
              <a:shade val="50000"/>
            </a:schemeClr>
          </a:lnRef>
          <a:fillRef idx="1">
            <a:schemeClr val="accent1"/>
          </a:fillRef>
          <a:effectRef idx="0">
            <a:schemeClr val="accent1"/>
          </a:effectRef>
          <a:fontRef idx="minor">
            <a:schemeClr val="lt1"/>
          </a:fontRef>
        </p:style>
        <p:txBody>
          <a:bodyPr lIns="85549" tIns="42774" rIns="85549" bIns="42774" rtlCol="0" anchor="ctr"/>
          <a:lstStyle/>
          <a:p>
            <a:pPr algn="ctr" defTabSz="1096645"/>
            <a:endParaRPr lang="id-ID" sz="2160" dirty="0">
              <a:solidFill>
                <a:srgbClr val="E3D29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8" name="Oval 92"/>
          <p:cNvSpPr/>
          <p:nvPr/>
        </p:nvSpPr>
        <p:spPr>
          <a:xfrm rot="16200000">
            <a:off x="5484459" y="1766699"/>
            <a:ext cx="1296000" cy="1296000"/>
          </a:xfrm>
          <a:prstGeom prst="ellipse">
            <a:avLst/>
          </a:prstGeom>
          <a:solidFill>
            <a:schemeClr val="accent1">
              <a:lumMod val="100000"/>
            </a:schemeClr>
          </a:solidFill>
          <a:ln w="88900" cap="flat" cmpd="thickThin">
            <a:noFill/>
            <a:prstDash val="solid"/>
          </a:ln>
        </p:spPr>
        <p:style>
          <a:lnRef idx="2">
            <a:schemeClr val="accent1">
              <a:shade val="50000"/>
            </a:schemeClr>
          </a:lnRef>
          <a:fillRef idx="1">
            <a:schemeClr val="accent1"/>
          </a:fillRef>
          <a:effectRef idx="0">
            <a:schemeClr val="accent1"/>
          </a:effectRef>
          <a:fontRef idx="minor">
            <a:schemeClr val="lt1"/>
          </a:fontRef>
        </p:style>
        <p:txBody>
          <a:bodyPr lIns="85549" tIns="42774" rIns="85549" bIns="42774" rtlCol="0" anchor="ctr"/>
          <a:lstStyle/>
          <a:p>
            <a:pPr algn="ctr" defTabSz="1096645"/>
            <a:endParaRPr lang="id-ID" sz="2160" dirty="0">
              <a:solidFill>
                <a:srgbClr val="E3D29D"/>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cxnSp>
        <p:nvCxnSpPr>
          <p:cNvPr id="9" name="Elbow Connector 93"/>
          <p:cNvCxnSpPr>
            <a:stCxn id="5" idx="2"/>
          </p:cNvCxnSpPr>
          <p:nvPr/>
        </p:nvCxnSpPr>
        <p:spPr>
          <a:xfrm rot="10800000" flipV="1">
            <a:off x="1572360" y="3854331"/>
            <a:ext cx="2515302" cy="483790"/>
          </a:xfrm>
          <a:prstGeom prst="bentConnector3">
            <a:avLst>
              <a:gd name="adj1" fmla="val 50000"/>
            </a:avLst>
          </a:prstGeom>
          <a:ln w="12700" cmpd="dbl">
            <a:solidFill>
              <a:schemeClr val="accent1">
                <a:lumMod val="100000"/>
              </a:schemeClr>
            </a:solidFill>
            <a:prstDash val="lgDash"/>
            <a:tailEnd type="diamond" w="lg" len="med"/>
          </a:ln>
        </p:spPr>
        <p:style>
          <a:lnRef idx="1">
            <a:schemeClr val="accent1"/>
          </a:lnRef>
          <a:fillRef idx="0">
            <a:schemeClr val="accent1"/>
          </a:fillRef>
          <a:effectRef idx="0">
            <a:schemeClr val="accent1"/>
          </a:effectRef>
          <a:fontRef idx="minor">
            <a:schemeClr val="tx1"/>
          </a:fontRef>
        </p:style>
      </p:cxnSp>
      <p:cxnSp>
        <p:nvCxnSpPr>
          <p:cNvPr id="10" name="Elbow Connector 94"/>
          <p:cNvCxnSpPr>
            <a:stCxn id="7" idx="0"/>
          </p:cNvCxnSpPr>
          <p:nvPr/>
        </p:nvCxnSpPr>
        <p:spPr>
          <a:xfrm rot="10800000" flipV="1">
            <a:off x="2679438" y="5338927"/>
            <a:ext cx="2805032" cy="380528"/>
          </a:xfrm>
          <a:prstGeom prst="bentConnector3">
            <a:avLst/>
          </a:prstGeom>
          <a:ln w="12700" cmpd="dbl">
            <a:solidFill>
              <a:schemeClr val="accent1">
                <a:lumMod val="100000"/>
              </a:schemeClr>
            </a:solidFill>
            <a:prstDash val="lgDash"/>
            <a:tailEnd type="diamond" w="lg" len="med"/>
          </a:ln>
        </p:spPr>
        <p:style>
          <a:lnRef idx="1">
            <a:schemeClr val="accent1"/>
          </a:lnRef>
          <a:fillRef idx="0">
            <a:schemeClr val="accent1"/>
          </a:fillRef>
          <a:effectRef idx="0">
            <a:schemeClr val="accent1"/>
          </a:effectRef>
          <a:fontRef idx="minor">
            <a:schemeClr val="tx1"/>
          </a:fontRef>
        </p:style>
      </p:cxnSp>
      <p:cxnSp>
        <p:nvCxnSpPr>
          <p:cNvPr id="11" name="Elbow Connector 95"/>
          <p:cNvCxnSpPr>
            <a:stCxn id="8" idx="4"/>
          </p:cNvCxnSpPr>
          <p:nvPr/>
        </p:nvCxnSpPr>
        <p:spPr>
          <a:xfrm flipV="1">
            <a:off x="6780468" y="1882397"/>
            <a:ext cx="2972504" cy="532303"/>
          </a:xfrm>
          <a:prstGeom prst="bentConnector3">
            <a:avLst/>
          </a:prstGeom>
          <a:ln w="12700" cmpd="dbl">
            <a:solidFill>
              <a:schemeClr val="accent1">
                <a:lumMod val="100000"/>
              </a:schemeClr>
            </a:solidFill>
            <a:prstDash val="lgDash"/>
            <a:tailEnd type="diamond" w="lg" len="med"/>
          </a:ln>
        </p:spPr>
        <p:style>
          <a:lnRef idx="1">
            <a:schemeClr val="accent1"/>
          </a:lnRef>
          <a:fillRef idx="0">
            <a:schemeClr val="accent1"/>
          </a:fillRef>
          <a:effectRef idx="0">
            <a:schemeClr val="accent1"/>
          </a:effectRef>
          <a:fontRef idx="minor">
            <a:schemeClr val="tx1"/>
          </a:fontRef>
        </p:style>
      </p:cxnSp>
      <p:cxnSp>
        <p:nvCxnSpPr>
          <p:cNvPr id="12" name="Elbow Connector 96"/>
          <p:cNvCxnSpPr>
            <a:stCxn id="6" idx="6"/>
          </p:cNvCxnSpPr>
          <p:nvPr/>
        </p:nvCxnSpPr>
        <p:spPr>
          <a:xfrm flipV="1">
            <a:off x="8177271" y="3479711"/>
            <a:ext cx="2486838" cy="374618"/>
          </a:xfrm>
          <a:prstGeom prst="bentConnector3">
            <a:avLst>
              <a:gd name="adj1" fmla="val 50000"/>
            </a:avLst>
          </a:prstGeom>
          <a:ln w="12700" cmpd="dbl">
            <a:solidFill>
              <a:schemeClr val="accent1">
                <a:lumMod val="100000"/>
              </a:schemeClr>
            </a:solidFill>
            <a:prstDash val="lgDash"/>
            <a:tailEnd type="diamond" w="lg" len="med"/>
          </a:ln>
        </p:spPr>
        <p:style>
          <a:lnRef idx="1">
            <a:schemeClr val="accent1"/>
          </a:lnRef>
          <a:fillRef idx="0">
            <a:schemeClr val="accent1"/>
          </a:fillRef>
          <a:effectRef idx="0">
            <a:schemeClr val="accent1"/>
          </a:effectRef>
          <a:fontRef idx="minor">
            <a:schemeClr val="tx1"/>
          </a:fontRef>
        </p:style>
      </p:cxnSp>
      <p:sp>
        <p:nvSpPr>
          <p:cNvPr id="16" name="Rectangle 100"/>
          <p:cNvSpPr/>
          <p:nvPr/>
        </p:nvSpPr>
        <p:spPr>
          <a:xfrm>
            <a:off x="8364693" y="1925680"/>
            <a:ext cx="1557287" cy="695781"/>
          </a:xfrm>
          <a:prstGeom prst="rect">
            <a:avLst/>
          </a:prstGeom>
        </p:spPr>
        <p:txBody>
          <a:bodyPr wrap="square" lIns="85549" tIns="42774" rIns="85549" bIns="42774">
            <a:spAutoFit/>
          </a:bodyPr>
          <a:lstStyle/>
          <a:p>
            <a:pPr defTabSz="1096645"/>
            <a:r>
              <a:rPr lang="zh-CN" altLang="en-US" sz="1320" dirty="0">
                <a:latin typeface="字魂105号-简雅黑" panose="00000500000000000000" pitchFamily="2" charset="-122"/>
                <a:ea typeface="字魂105号-简雅黑" panose="00000500000000000000" pitchFamily="2" charset="-122"/>
                <a:sym typeface="字魂105号-简雅黑" panose="00000500000000000000" pitchFamily="2" charset="-122"/>
              </a:rPr>
              <a:t>输入内容</a:t>
            </a:r>
            <a:endParaRPr lang="en-US" altLang="zh-CN" sz="132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defTabSz="1096645"/>
            <a:r>
              <a:rPr lang="zh-CN" altLang="en-US" sz="1320" dirty="0">
                <a:latin typeface="字魂105号-简雅黑" panose="00000500000000000000" pitchFamily="2" charset="-122"/>
                <a:ea typeface="字魂105号-简雅黑" panose="00000500000000000000" pitchFamily="2" charset="-122"/>
                <a:sym typeface="字魂105号-简雅黑" panose="00000500000000000000" pitchFamily="2" charset="-122"/>
              </a:rPr>
              <a:t>输入内容</a:t>
            </a:r>
            <a:endParaRPr lang="en-US" altLang="zh-CN" sz="132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defTabSz="1096645"/>
            <a:r>
              <a:rPr lang="zh-CN" altLang="en-US" sz="1320" dirty="0">
                <a:latin typeface="字魂105号-简雅黑" panose="00000500000000000000" pitchFamily="2" charset="-122"/>
                <a:ea typeface="字魂105号-简雅黑" panose="00000500000000000000" pitchFamily="2" charset="-122"/>
                <a:sym typeface="字魂105号-简雅黑" panose="00000500000000000000" pitchFamily="2" charset="-122"/>
              </a:rPr>
              <a:t>输入内容</a:t>
            </a:r>
            <a:endParaRPr lang="id-ID" sz="132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8" name="Rectangle 102"/>
          <p:cNvSpPr/>
          <p:nvPr/>
        </p:nvSpPr>
        <p:spPr>
          <a:xfrm>
            <a:off x="6933874" y="1925682"/>
            <a:ext cx="1398144" cy="394160"/>
          </a:xfrm>
          <a:prstGeom prst="rect">
            <a:avLst/>
          </a:prstGeom>
        </p:spPr>
        <p:txBody>
          <a:bodyPr wrap="square" lIns="85549" tIns="42774" rIns="85549" bIns="42774">
            <a:spAutoFit/>
          </a:bodyPr>
          <a:lstStyle/>
          <a:p>
            <a:pPr defTabSz="1096645"/>
            <a:r>
              <a:rPr lang="zh-CN" altLang="en-US" sz="20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小副标题</a:t>
            </a:r>
            <a:endParaRPr lang="id-ID" sz="20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21" name="Group 105"/>
          <p:cNvGrpSpPr/>
          <p:nvPr/>
        </p:nvGrpSpPr>
        <p:grpSpPr>
          <a:xfrm>
            <a:off x="5933290" y="5024393"/>
            <a:ext cx="395717" cy="530489"/>
            <a:chOff x="134906" y="3220464"/>
            <a:chExt cx="730251" cy="881063"/>
          </a:xfrm>
          <a:noFill/>
        </p:grpSpPr>
        <p:sp>
          <p:nvSpPr>
            <p:cNvPr id="22" name="Freeform 34"/>
            <p:cNvSpPr/>
            <p:nvPr/>
          </p:nvSpPr>
          <p:spPr bwMode="auto">
            <a:xfrm>
              <a:off x="134906" y="3220464"/>
              <a:ext cx="730251" cy="577851"/>
            </a:xfrm>
            <a:custGeom>
              <a:avLst/>
              <a:gdLst>
                <a:gd name="T0" fmla="*/ 124 w 192"/>
                <a:gd name="T1" fmla="*/ 96 h 152"/>
                <a:gd name="T2" fmla="*/ 116 w 192"/>
                <a:gd name="T3" fmla="*/ 92 h 152"/>
                <a:gd name="T4" fmla="*/ 116 w 192"/>
                <a:gd name="T5" fmla="*/ 80 h 152"/>
                <a:gd name="T6" fmla="*/ 120 w 192"/>
                <a:gd name="T7" fmla="*/ 60 h 152"/>
                <a:gd name="T8" fmla="*/ 121 w 192"/>
                <a:gd name="T9" fmla="*/ 25 h 152"/>
                <a:gd name="T10" fmla="*/ 96 w 192"/>
                <a:gd name="T11" fmla="*/ 0 h 152"/>
                <a:gd name="T12" fmla="*/ 72 w 192"/>
                <a:gd name="T13" fmla="*/ 24 h 152"/>
                <a:gd name="T14" fmla="*/ 72 w 192"/>
                <a:gd name="T15" fmla="*/ 60 h 152"/>
                <a:gd name="T16" fmla="*/ 76 w 192"/>
                <a:gd name="T17" fmla="*/ 80 h 152"/>
                <a:gd name="T18" fmla="*/ 76 w 192"/>
                <a:gd name="T19" fmla="*/ 92 h 152"/>
                <a:gd name="T20" fmla="*/ 68 w 192"/>
                <a:gd name="T21" fmla="*/ 96 h 152"/>
                <a:gd name="T22" fmla="*/ 16 w 192"/>
                <a:gd name="T23" fmla="*/ 96 h 152"/>
                <a:gd name="T24" fmla="*/ 0 w 192"/>
                <a:gd name="T25" fmla="*/ 116 h 152"/>
                <a:gd name="T26" fmla="*/ 0 w 192"/>
                <a:gd name="T27" fmla="*/ 152 h 152"/>
                <a:gd name="T28" fmla="*/ 192 w 192"/>
                <a:gd name="T29" fmla="*/ 152 h 152"/>
                <a:gd name="T30" fmla="*/ 192 w 192"/>
                <a:gd name="T31" fmla="*/ 116 h 152"/>
                <a:gd name="T32" fmla="*/ 176 w 192"/>
                <a:gd name="T33" fmla="*/ 96 h 152"/>
                <a:gd name="T34" fmla="*/ 124 w 192"/>
                <a:gd name="T35" fmla="*/ 96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152">
                  <a:moveTo>
                    <a:pt x="124" y="96"/>
                  </a:moveTo>
                  <a:cubicBezTo>
                    <a:pt x="121" y="96"/>
                    <a:pt x="118" y="95"/>
                    <a:pt x="116" y="92"/>
                  </a:cubicBezTo>
                  <a:cubicBezTo>
                    <a:pt x="114" y="89"/>
                    <a:pt x="115" y="83"/>
                    <a:pt x="116" y="80"/>
                  </a:cubicBezTo>
                  <a:cubicBezTo>
                    <a:pt x="119" y="72"/>
                    <a:pt x="120" y="68"/>
                    <a:pt x="120" y="60"/>
                  </a:cubicBezTo>
                  <a:cubicBezTo>
                    <a:pt x="121" y="25"/>
                    <a:pt x="121" y="25"/>
                    <a:pt x="121" y="25"/>
                  </a:cubicBezTo>
                  <a:cubicBezTo>
                    <a:pt x="121" y="11"/>
                    <a:pt x="110" y="0"/>
                    <a:pt x="96" y="0"/>
                  </a:cubicBezTo>
                  <a:cubicBezTo>
                    <a:pt x="82" y="0"/>
                    <a:pt x="72" y="10"/>
                    <a:pt x="72" y="24"/>
                  </a:cubicBezTo>
                  <a:cubicBezTo>
                    <a:pt x="72" y="60"/>
                    <a:pt x="72" y="60"/>
                    <a:pt x="72" y="60"/>
                  </a:cubicBezTo>
                  <a:cubicBezTo>
                    <a:pt x="72" y="68"/>
                    <a:pt x="73" y="72"/>
                    <a:pt x="76" y="80"/>
                  </a:cubicBezTo>
                  <a:cubicBezTo>
                    <a:pt x="77" y="83"/>
                    <a:pt x="78" y="89"/>
                    <a:pt x="76" y="92"/>
                  </a:cubicBezTo>
                  <a:cubicBezTo>
                    <a:pt x="74" y="95"/>
                    <a:pt x="71" y="96"/>
                    <a:pt x="68" y="96"/>
                  </a:cubicBezTo>
                  <a:cubicBezTo>
                    <a:pt x="16" y="96"/>
                    <a:pt x="16" y="96"/>
                    <a:pt x="16" y="96"/>
                  </a:cubicBezTo>
                  <a:cubicBezTo>
                    <a:pt x="8" y="96"/>
                    <a:pt x="0" y="108"/>
                    <a:pt x="0" y="116"/>
                  </a:cubicBezTo>
                  <a:cubicBezTo>
                    <a:pt x="0" y="152"/>
                    <a:pt x="0" y="152"/>
                    <a:pt x="0" y="152"/>
                  </a:cubicBezTo>
                  <a:cubicBezTo>
                    <a:pt x="192" y="152"/>
                    <a:pt x="192" y="152"/>
                    <a:pt x="192" y="152"/>
                  </a:cubicBezTo>
                  <a:cubicBezTo>
                    <a:pt x="192" y="116"/>
                    <a:pt x="192" y="116"/>
                    <a:pt x="192" y="116"/>
                  </a:cubicBezTo>
                  <a:cubicBezTo>
                    <a:pt x="192" y="108"/>
                    <a:pt x="184" y="96"/>
                    <a:pt x="176" y="96"/>
                  </a:cubicBezTo>
                  <a:lnTo>
                    <a:pt x="124" y="96"/>
                  </a:lnTo>
                  <a:close/>
                </a:path>
              </a:pathLst>
            </a:custGeom>
            <a:grpFill/>
            <a:ln w="19050" cap="rnd">
              <a:solidFill>
                <a:schemeClr val="bg1"/>
              </a:solidFill>
              <a:prstDash val="solid"/>
              <a:round/>
            </a:ln>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 name="Freeform 35"/>
            <p:cNvSpPr/>
            <p:nvPr/>
          </p:nvSpPr>
          <p:spPr bwMode="auto">
            <a:xfrm>
              <a:off x="165069" y="3798314"/>
              <a:ext cx="669926" cy="303213"/>
            </a:xfrm>
            <a:custGeom>
              <a:avLst/>
              <a:gdLst>
                <a:gd name="T0" fmla="*/ 422 w 422"/>
                <a:gd name="T1" fmla="*/ 191 h 191"/>
                <a:gd name="T2" fmla="*/ 115 w 422"/>
                <a:gd name="T3" fmla="*/ 191 h 191"/>
                <a:gd name="T4" fmla="*/ 115 w 422"/>
                <a:gd name="T5" fmla="*/ 95 h 191"/>
                <a:gd name="T6" fmla="*/ 67 w 422"/>
                <a:gd name="T7" fmla="*/ 191 h 191"/>
                <a:gd name="T8" fmla="*/ 0 w 422"/>
                <a:gd name="T9" fmla="*/ 191 h 191"/>
                <a:gd name="T10" fmla="*/ 0 w 422"/>
                <a:gd name="T11" fmla="*/ 0 h 191"/>
                <a:gd name="T12" fmla="*/ 422 w 422"/>
                <a:gd name="T13" fmla="*/ 0 h 191"/>
                <a:gd name="T14" fmla="*/ 422 w 422"/>
                <a:gd name="T15" fmla="*/ 191 h 19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2" h="191">
                  <a:moveTo>
                    <a:pt x="422" y="191"/>
                  </a:moveTo>
                  <a:lnTo>
                    <a:pt x="115" y="191"/>
                  </a:lnTo>
                  <a:lnTo>
                    <a:pt x="115" y="95"/>
                  </a:lnTo>
                  <a:lnTo>
                    <a:pt x="67" y="191"/>
                  </a:lnTo>
                  <a:lnTo>
                    <a:pt x="0" y="191"/>
                  </a:lnTo>
                  <a:lnTo>
                    <a:pt x="0" y="0"/>
                  </a:lnTo>
                  <a:lnTo>
                    <a:pt x="422" y="0"/>
                  </a:lnTo>
                  <a:lnTo>
                    <a:pt x="422" y="191"/>
                  </a:lnTo>
                  <a:close/>
                </a:path>
              </a:pathLst>
            </a:custGeom>
            <a:grpFill/>
            <a:ln w="19050" cap="rnd">
              <a:solidFill>
                <a:schemeClr val="bg1"/>
              </a:solidFill>
              <a:prstDash val="solid"/>
              <a:round/>
            </a:ln>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4" name="Line 36"/>
            <p:cNvSpPr>
              <a:spLocks noChangeShapeType="1"/>
            </p:cNvSpPr>
            <p:nvPr/>
          </p:nvSpPr>
          <p:spPr bwMode="auto">
            <a:xfrm>
              <a:off x="742919" y="3904677"/>
              <a:ext cx="0" cy="196850"/>
            </a:xfrm>
            <a:prstGeom prst="line">
              <a:avLst/>
            </a:prstGeom>
            <a:grpFill/>
            <a:ln w="19050" cap="rnd">
              <a:solidFill>
                <a:schemeClr val="bg1"/>
              </a:solidFill>
              <a:prstDash val="solid"/>
              <a:round/>
            </a:ln>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 name="Line 37"/>
            <p:cNvSpPr>
              <a:spLocks noChangeShapeType="1"/>
            </p:cNvSpPr>
            <p:nvPr/>
          </p:nvSpPr>
          <p:spPr bwMode="auto">
            <a:xfrm>
              <a:off x="652432" y="3949127"/>
              <a:ext cx="0" cy="152400"/>
            </a:xfrm>
            <a:prstGeom prst="line">
              <a:avLst/>
            </a:prstGeom>
            <a:grpFill/>
            <a:ln w="19050" cap="rnd">
              <a:solidFill>
                <a:schemeClr val="bg1"/>
              </a:solidFill>
              <a:prstDash val="solid"/>
              <a:round/>
            </a:ln>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6" name="Line 38"/>
            <p:cNvSpPr>
              <a:spLocks noChangeShapeType="1"/>
            </p:cNvSpPr>
            <p:nvPr/>
          </p:nvSpPr>
          <p:spPr bwMode="auto">
            <a:xfrm>
              <a:off x="560357" y="4011039"/>
              <a:ext cx="0" cy="90488"/>
            </a:xfrm>
            <a:prstGeom prst="line">
              <a:avLst/>
            </a:prstGeom>
            <a:grpFill/>
            <a:ln w="19050" cap="rnd">
              <a:solidFill>
                <a:schemeClr val="bg1"/>
              </a:solidFill>
              <a:prstDash val="solid"/>
              <a:round/>
            </a:ln>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7" name="Oval 39"/>
            <p:cNvSpPr>
              <a:spLocks noChangeArrowheads="1"/>
            </p:cNvSpPr>
            <p:nvPr/>
          </p:nvSpPr>
          <p:spPr bwMode="auto">
            <a:xfrm>
              <a:off x="480981" y="3296664"/>
              <a:ext cx="38100" cy="38100"/>
            </a:xfrm>
            <a:prstGeom prst="ellipse">
              <a:avLst/>
            </a:prstGeom>
            <a:grpFill/>
            <a:ln w="19050" cap="rnd">
              <a:solidFill>
                <a:schemeClr val="bg1"/>
              </a:solidFill>
              <a:prstDash val="solid"/>
              <a:round/>
            </a:ln>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28" name="Group 112"/>
          <p:cNvGrpSpPr/>
          <p:nvPr/>
        </p:nvGrpSpPr>
        <p:grpSpPr>
          <a:xfrm>
            <a:off x="4499319" y="3567472"/>
            <a:ext cx="436148" cy="484609"/>
            <a:chOff x="6264275" y="814388"/>
            <a:chExt cx="881063" cy="881063"/>
          </a:xfrm>
        </p:grpSpPr>
        <p:sp>
          <p:nvSpPr>
            <p:cNvPr id="29" name="Freeform 25"/>
            <p:cNvSpPr/>
            <p:nvPr/>
          </p:nvSpPr>
          <p:spPr bwMode="auto">
            <a:xfrm>
              <a:off x="6264275" y="904876"/>
              <a:ext cx="365125" cy="790575"/>
            </a:xfrm>
            <a:custGeom>
              <a:avLst/>
              <a:gdLst>
                <a:gd name="T0" fmla="*/ 96 w 96"/>
                <a:gd name="T1" fmla="*/ 208 h 208"/>
                <a:gd name="T2" fmla="*/ 21 w 96"/>
                <a:gd name="T3" fmla="*/ 208 h 208"/>
                <a:gd name="T4" fmla="*/ 0 w 96"/>
                <a:gd name="T5" fmla="*/ 188 h 208"/>
                <a:gd name="T6" fmla="*/ 0 w 96"/>
                <a:gd name="T7" fmla="*/ 0 h 208"/>
              </a:gdLst>
              <a:ahLst/>
              <a:cxnLst>
                <a:cxn ang="0">
                  <a:pos x="T0" y="T1"/>
                </a:cxn>
                <a:cxn ang="0">
                  <a:pos x="T2" y="T3"/>
                </a:cxn>
                <a:cxn ang="0">
                  <a:pos x="T4" y="T5"/>
                </a:cxn>
                <a:cxn ang="0">
                  <a:pos x="T6" y="T7"/>
                </a:cxn>
              </a:cxnLst>
              <a:rect l="0" t="0" r="r" b="b"/>
              <a:pathLst>
                <a:path w="96" h="208">
                  <a:moveTo>
                    <a:pt x="96" y="208"/>
                  </a:moveTo>
                  <a:cubicBezTo>
                    <a:pt x="21" y="208"/>
                    <a:pt x="21" y="208"/>
                    <a:pt x="21" y="208"/>
                  </a:cubicBezTo>
                  <a:cubicBezTo>
                    <a:pt x="9" y="208"/>
                    <a:pt x="0" y="199"/>
                    <a:pt x="0" y="188"/>
                  </a:cubicBezTo>
                  <a:cubicBezTo>
                    <a:pt x="0" y="0"/>
                    <a:pt x="0" y="0"/>
                    <a:pt x="0" y="0"/>
                  </a:cubicBezTo>
                </a:path>
              </a:pathLst>
            </a:custGeom>
            <a:noFill/>
            <a:ln w="1905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0" name="Line 26"/>
            <p:cNvSpPr>
              <a:spLocks noChangeShapeType="1"/>
            </p:cNvSpPr>
            <p:nvPr/>
          </p:nvSpPr>
          <p:spPr bwMode="auto">
            <a:xfrm>
              <a:off x="6354763" y="904876"/>
              <a:ext cx="608013" cy="0"/>
            </a:xfrm>
            <a:prstGeom prst="line">
              <a:avLst/>
            </a:prstGeom>
            <a:noFill/>
            <a:ln w="19050" cap="rnd">
              <a:solidFill>
                <a:schemeClr val="bg1"/>
              </a:solidFill>
              <a:prstDash val="solid"/>
              <a:round/>
            </a:ln>
            <a:extLst>
              <a:ext uri="{909E8E84-426E-40DD-AFC4-6F175D3DCCD1}">
                <a14:hiddenFill xmlns:a14="http://schemas.microsoft.com/office/drawing/2010/main">
                  <a:noFill/>
                </a14:hiddenFill>
              </a:ext>
            </a:extLst>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1" name="Freeform 27"/>
            <p:cNvSpPr/>
            <p:nvPr/>
          </p:nvSpPr>
          <p:spPr bwMode="auto">
            <a:xfrm>
              <a:off x="6264275" y="814388"/>
              <a:ext cx="728663" cy="303213"/>
            </a:xfrm>
            <a:custGeom>
              <a:avLst/>
              <a:gdLst>
                <a:gd name="T0" fmla="*/ 192 w 192"/>
                <a:gd name="T1" fmla="*/ 0 h 80"/>
                <a:gd name="T2" fmla="*/ 24 w 192"/>
                <a:gd name="T3" fmla="*/ 0 h 80"/>
                <a:gd name="T4" fmla="*/ 0 w 192"/>
                <a:gd name="T5" fmla="*/ 24 h 80"/>
                <a:gd name="T6" fmla="*/ 24 w 192"/>
                <a:gd name="T7" fmla="*/ 48 h 80"/>
                <a:gd name="T8" fmla="*/ 192 w 192"/>
                <a:gd name="T9" fmla="*/ 48 h 80"/>
                <a:gd name="T10" fmla="*/ 192 w 192"/>
                <a:gd name="T11" fmla="*/ 80 h 80"/>
              </a:gdLst>
              <a:ahLst/>
              <a:cxnLst>
                <a:cxn ang="0">
                  <a:pos x="T0" y="T1"/>
                </a:cxn>
                <a:cxn ang="0">
                  <a:pos x="T2" y="T3"/>
                </a:cxn>
                <a:cxn ang="0">
                  <a:pos x="T4" y="T5"/>
                </a:cxn>
                <a:cxn ang="0">
                  <a:pos x="T6" y="T7"/>
                </a:cxn>
                <a:cxn ang="0">
                  <a:pos x="T8" y="T9"/>
                </a:cxn>
                <a:cxn ang="0">
                  <a:pos x="T10" y="T11"/>
                </a:cxn>
              </a:cxnLst>
              <a:rect l="0" t="0" r="r" b="b"/>
              <a:pathLst>
                <a:path w="192" h="80">
                  <a:moveTo>
                    <a:pt x="192" y="0"/>
                  </a:moveTo>
                  <a:cubicBezTo>
                    <a:pt x="24" y="0"/>
                    <a:pt x="24" y="0"/>
                    <a:pt x="24" y="0"/>
                  </a:cubicBezTo>
                  <a:cubicBezTo>
                    <a:pt x="11" y="0"/>
                    <a:pt x="0" y="11"/>
                    <a:pt x="0" y="24"/>
                  </a:cubicBezTo>
                  <a:cubicBezTo>
                    <a:pt x="0" y="38"/>
                    <a:pt x="11" y="48"/>
                    <a:pt x="24" y="48"/>
                  </a:cubicBezTo>
                  <a:cubicBezTo>
                    <a:pt x="192" y="48"/>
                    <a:pt x="192" y="48"/>
                    <a:pt x="192" y="48"/>
                  </a:cubicBezTo>
                  <a:cubicBezTo>
                    <a:pt x="192" y="80"/>
                    <a:pt x="192" y="80"/>
                    <a:pt x="192" y="80"/>
                  </a:cubicBezTo>
                </a:path>
              </a:pathLst>
            </a:custGeom>
            <a:noFill/>
            <a:ln w="1905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2" name="Line 28"/>
            <p:cNvSpPr>
              <a:spLocks noChangeShapeType="1"/>
            </p:cNvSpPr>
            <p:nvPr/>
          </p:nvSpPr>
          <p:spPr bwMode="auto">
            <a:xfrm flipV="1">
              <a:off x="6902450" y="1346201"/>
              <a:ext cx="0" cy="212725"/>
            </a:xfrm>
            <a:prstGeom prst="line">
              <a:avLst/>
            </a:prstGeom>
            <a:noFill/>
            <a:ln w="19050" cap="rnd">
              <a:solidFill>
                <a:schemeClr val="bg1"/>
              </a:solidFill>
              <a:prstDash val="solid"/>
              <a:miter lim="800000"/>
            </a:ln>
            <a:extLst>
              <a:ext uri="{909E8E84-426E-40DD-AFC4-6F175D3DCCD1}">
                <a14:hiddenFill xmlns:a14="http://schemas.microsoft.com/office/drawing/2010/main">
                  <a:noFill/>
                </a14:hiddenFill>
              </a:ext>
            </a:extLst>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3" name="Freeform 29"/>
            <p:cNvSpPr/>
            <p:nvPr/>
          </p:nvSpPr>
          <p:spPr bwMode="auto">
            <a:xfrm>
              <a:off x="6810375" y="1466851"/>
              <a:ext cx="182563" cy="92075"/>
            </a:xfrm>
            <a:custGeom>
              <a:avLst/>
              <a:gdLst>
                <a:gd name="T0" fmla="*/ 0 w 115"/>
                <a:gd name="T1" fmla="*/ 0 h 58"/>
                <a:gd name="T2" fmla="*/ 58 w 115"/>
                <a:gd name="T3" fmla="*/ 58 h 58"/>
                <a:gd name="T4" fmla="*/ 115 w 115"/>
                <a:gd name="T5" fmla="*/ 0 h 58"/>
              </a:gdLst>
              <a:ahLst/>
              <a:cxnLst>
                <a:cxn ang="0">
                  <a:pos x="T0" y="T1"/>
                </a:cxn>
                <a:cxn ang="0">
                  <a:pos x="T2" y="T3"/>
                </a:cxn>
                <a:cxn ang="0">
                  <a:pos x="T4" y="T5"/>
                </a:cxn>
              </a:cxnLst>
              <a:rect l="0" t="0" r="r" b="b"/>
              <a:pathLst>
                <a:path w="115" h="58">
                  <a:moveTo>
                    <a:pt x="0" y="0"/>
                  </a:moveTo>
                  <a:lnTo>
                    <a:pt x="58" y="58"/>
                  </a:lnTo>
                  <a:lnTo>
                    <a:pt x="115" y="0"/>
                  </a:lnTo>
                </a:path>
              </a:pathLst>
            </a:custGeom>
            <a:noFill/>
            <a:ln w="1905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4" name="Oval 30"/>
            <p:cNvSpPr>
              <a:spLocks noChangeArrowheads="1"/>
            </p:cNvSpPr>
            <p:nvPr/>
          </p:nvSpPr>
          <p:spPr bwMode="auto">
            <a:xfrm>
              <a:off x="6659563" y="1209676"/>
              <a:ext cx="485775" cy="485775"/>
            </a:xfrm>
            <a:prstGeom prst="ellipse">
              <a:avLst/>
            </a:prstGeom>
            <a:noFill/>
            <a:ln w="19050" cap="rnd">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35" name="Group 119"/>
          <p:cNvGrpSpPr/>
          <p:nvPr/>
        </p:nvGrpSpPr>
        <p:grpSpPr>
          <a:xfrm>
            <a:off x="7301000" y="3567460"/>
            <a:ext cx="427207" cy="474676"/>
            <a:chOff x="6399213" y="695325"/>
            <a:chExt cx="850899" cy="850901"/>
          </a:xfrm>
        </p:grpSpPr>
        <p:sp>
          <p:nvSpPr>
            <p:cNvPr id="36" name="Freeform 34"/>
            <p:cNvSpPr/>
            <p:nvPr/>
          </p:nvSpPr>
          <p:spPr bwMode="auto">
            <a:xfrm>
              <a:off x="6565900" y="862013"/>
              <a:ext cx="684212" cy="684213"/>
            </a:xfrm>
            <a:custGeom>
              <a:avLst/>
              <a:gdLst>
                <a:gd name="T0" fmla="*/ 431 w 431"/>
                <a:gd name="T1" fmla="*/ 0 h 431"/>
                <a:gd name="T2" fmla="*/ 431 w 431"/>
                <a:gd name="T3" fmla="*/ 431 h 431"/>
                <a:gd name="T4" fmla="*/ 0 w 431"/>
                <a:gd name="T5" fmla="*/ 431 h 431"/>
              </a:gdLst>
              <a:ahLst/>
              <a:cxnLst>
                <a:cxn ang="0">
                  <a:pos x="T0" y="T1"/>
                </a:cxn>
                <a:cxn ang="0">
                  <a:pos x="T2" y="T3"/>
                </a:cxn>
                <a:cxn ang="0">
                  <a:pos x="T4" y="T5"/>
                </a:cxn>
              </a:cxnLst>
              <a:rect l="0" t="0" r="r" b="b"/>
              <a:pathLst>
                <a:path w="431" h="431">
                  <a:moveTo>
                    <a:pt x="431" y="0"/>
                  </a:moveTo>
                  <a:lnTo>
                    <a:pt x="431" y="431"/>
                  </a:lnTo>
                  <a:lnTo>
                    <a:pt x="0" y="431"/>
                  </a:lnTo>
                </a:path>
              </a:pathLst>
            </a:custGeom>
            <a:noFill/>
            <a:ln w="19050" cap="flat">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7" name="Freeform 35"/>
            <p:cNvSpPr/>
            <p:nvPr/>
          </p:nvSpPr>
          <p:spPr bwMode="auto">
            <a:xfrm>
              <a:off x="6473825" y="769938"/>
              <a:ext cx="715962" cy="715963"/>
            </a:xfrm>
            <a:custGeom>
              <a:avLst/>
              <a:gdLst>
                <a:gd name="T0" fmla="*/ 451 w 451"/>
                <a:gd name="T1" fmla="*/ 0 h 451"/>
                <a:gd name="T2" fmla="*/ 451 w 451"/>
                <a:gd name="T3" fmla="*/ 451 h 451"/>
                <a:gd name="T4" fmla="*/ 0 w 451"/>
                <a:gd name="T5" fmla="*/ 451 h 451"/>
              </a:gdLst>
              <a:ahLst/>
              <a:cxnLst>
                <a:cxn ang="0">
                  <a:pos x="T0" y="T1"/>
                </a:cxn>
                <a:cxn ang="0">
                  <a:pos x="T2" y="T3"/>
                </a:cxn>
                <a:cxn ang="0">
                  <a:pos x="T4" y="T5"/>
                </a:cxn>
              </a:cxnLst>
              <a:rect l="0" t="0" r="r" b="b"/>
              <a:pathLst>
                <a:path w="451" h="451">
                  <a:moveTo>
                    <a:pt x="451" y="0"/>
                  </a:moveTo>
                  <a:lnTo>
                    <a:pt x="451" y="451"/>
                  </a:lnTo>
                  <a:lnTo>
                    <a:pt x="0" y="451"/>
                  </a:lnTo>
                </a:path>
              </a:pathLst>
            </a:custGeom>
            <a:noFill/>
            <a:ln w="19050" cap="flat">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8" name="Rectangle 36"/>
            <p:cNvSpPr>
              <a:spLocks noChangeArrowheads="1"/>
            </p:cNvSpPr>
            <p:nvPr/>
          </p:nvSpPr>
          <p:spPr bwMode="auto">
            <a:xfrm>
              <a:off x="6399213" y="695325"/>
              <a:ext cx="728662" cy="728663"/>
            </a:xfrm>
            <a:prstGeom prst="rect">
              <a:avLst/>
            </a:prstGeom>
            <a:noFill/>
            <a:ln w="19050" cap="flat">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9" name="Freeform 37"/>
            <p:cNvSpPr/>
            <p:nvPr/>
          </p:nvSpPr>
          <p:spPr bwMode="auto">
            <a:xfrm>
              <a:off x="6550025" y="965200"/>
              <a:ext cx="482600" cy="307975"/>
            </a:xfrm>
            <a:custGeom>
              <a:avLst/>
              <a:gdLst>
                <a:gd name="T0" fmla="*/ 304 w 304"/>
                <a:gd name="T1" fmla="*/ 194 h 194"/>
                <a:gd name="T2" fmla="*/ 230 w 304"/>
                <a:gd name="T3" fmla="*/ 0 h 194"/>
                <a:gd name="T4" fmla="*/ 134 w 304"/>
                <a:gd name="T5" fmla="*/ 143 h 194"/>
                <a:gd name="T6" fmla="*/ 75 w 304"/>
                <a:gd name="T7" fmla="*/ 71 h 194"/>
                <a:gd name="T8" fmla="*/ 0 w 304"/>
                <a:gd name="T9" fmla="*/ 194 h 194"/>
              </a:gdLst>
              <a:ahLst/>
              <a:cxnLst>
                <a:cxn ang="0">
                  <a:pos x="T0" y="T1"/>
                </a:cxn>
                <a:cxn ang="0">
                  <a:pos x="T2" y="T3"/>
                </a:cxn>
                <a:cxn ang="0">
                  <a:pos x="T4" y="T5"/>
                </a:cxn>
                <a:cxn ang="0">
                  <a:pos x="T6" y="T7"/>
                </a:cxn>
                <a:cxn ang="0">
                  <a:pos x="T8" y="T9"/>
                </a:cxn>
              </a:cxnLst>
              <a:rect l="0" t="0" r="r" b="b"/>
              <a:pathLst>
                <a:path w="304" h="194">
                  <a:moveTo>
                    <a:pt x="304" y="194"/>
                  </a:moveTo>
                  <a:lnTo>
                    <a:pt x="230" y="0"/>
                  </a:lnTo>
                  <a:lnTo>
                    <a:pt x="134" y="143"/>
                  </a:lnTo>
                  <a:lnTo>
                    <a:pt x="75" y="71"/>
                  </a:lnTo>
                  <a:lnTo>
                    <a:pt x="0" y="194"/>
                  </a:lnTo>
                </a:path>
              </a:pathLst>
            </a:custGeom>
            <a:noFill/>
            <a:ln w="19050" cap="flat">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0" name="Oval 38"/>
            <p:cNvSpPr>
              <a:spLocks noChangeArrowheads="1"/>
            </p:cNvSpPr>
            <p:nvPr/>
          </p:nvSpPr>
          <p:spPr bwMode="auto">
            <a:xfrm>
              <a:off x="6550025" y="808038"/>
              <a:ext cx="119062" cy="119063"/>
            </a:xfrm>
            <a:prstGeom prst="ellipse">
              <a:avLst/>
            </a:prstGeom>
            <a:noFill/>
            <a:ln w="19050" cap="flat">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1" name="Line 39"/>
            <p:cNvSpPr>
              <a:spLocks noChangeShapeType="1"/>
            </p:cNvSpPr>
            <p:nvPr/>
          </p:nvSpPr>
          <p:spPr bwMode="auto">
            <a:xfrm flipH="1">
              <a:off x="6399213" y="1273175"/>
              <a:ext cx="728662" cy="0"/>
            </a:xfrm>
            <a:prstGeom prst="line">
              <a:avLst/>
            </a:prstGeom>
            <a:noFill/>
            <a:ln w="19050" cap="flat">
              <a:solidFill>
                <a:schemeClr val="bg1"/>
              </a:solidFill>
              <a:prstDash val="solid"/>
              <a:miter lim="800000"/>
            </a:ln>
            <a:extLst>
              <a:ext uri="{909E8E84-426E-40DD-AFC4-6F175D3DCCD1}">
                <a14:hiddenFill xmlns:a14="http://schemas.microsoft.com/office/drawing/2010/main">
                  <a:noFill/>
                </a14:hiddenFill>
              </a:ext>
            </a:extLst>
          </p:spPr>
          <p:txBody>
            <a:bodyPr vert="horz" wrap="square" lIns="146304" tIns="73152" rIns="146304" bIns="73152" numCol="1" anchor="t" anchorCtr="0" compatLnSpc="1"/>
            <a:lstStyle/>
            <a:p>
              <a:pPr defTabSz="1096645"/>
              <a:endParaRPr lang="id-ID" sz="228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42" name="Group 126"/>
          <p:cNvGrpSpPr/>
          <p:nvPr/>
        </p:nvGrpSpPr>
        <p:grpSpPr>
          <a:xfrm>
            <a:off x="5896961" y="2045128"/>
            <a:ext cx="519698" cy="658237"/>
            <a:chOff x="6873875" y="742950"/>
            <a:chExt cx="771526" cy="879476"/>
          </a:xfrm>
        </p:grpSpPr>
        <p:sp>
          <p:nvSpPr>
            <p:cNvPr id="43" name="Line 43"/>
            <p:cNvSpPr>
              <a:spLocks noChangeShapeType="1"/>
            </p:cNvSpPr>
            <p:nvPr/>
          </p:nvSpPr>
          <p:spPr bwMode="auto">
            <a:xfrm>
              <a:off x="7162800" y="1471613"/>
              <a:ext cx="0" cy="76200"/>
            </a:xfrm>
            <a:prstGeom prst="line">
              <a:avLst/>
            </a:prstGeom>
            <a:noFill/>
            <a:ln w="19050" cap="rnd">
              <a:solidFill>
                <a:schemeClr val="bg1"/>
              </a:solidFill>
              <a:prstDash val="solid"/>
              <a:round/>
            </a:ln>
            <a:extLst>
              <a:ext uri="{909E8E84-426E-40DD-AFC4-6F175D3DCCD1}">
                <a14:hiddenFill xmlns:a14="http://schemas.microsoft.com/office/drawing/2010/main">
                  <a:noFill/>
                </a14:hiddenFill>
              </a:ext>
            </a:extLst>
          </p:spPr>
          <p:txBody>
            <a:bodyPr vert="horz" wrap="square" lIns="146304" tIns="73152" rIns="146304" bIns="73152" numCol="1" anchor="t" anchorCtr="0" compatLnSpc="1"/>
            <a:lstStyle/>
            <a:p>
              <a:pPr defTabSz="1096645"/>
              <a:endParaRPr lang="id-ID" sz="3840" b="1">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4" name="Line 44"/>
            <p:cNvSpPr>
              <a:spLocks noChangeShapeType="1"/>
            </p:cNvSpPr>
            <p:nvPr/>
          </p:nvSpPr>
          <p:spPr bwMode="auto">
            <a:xfrm>
              <a:off x="7223125" y="1471613"/>
              <a:ext cx="0" cy="76200"/>
            </a:xfrm>
            <a:prstGeom prst="line">
              <a:avLst/>
            </a:prstGeom>
            <a:noFill/>
            <a:ln w="19050" cap="rnd">
              <a:solidFill>
                <a:schemeClr val="bg1"/>
              </a:solidFill>
              <a:prstDash val="solid"/>
              <a:round/>
            </a:ln>
            <a:extLst>
              <a:ext uri="{909E8E84-426E-40DD-AFC4-6F175D3DCCD1}">
                <a14:hiddenFill xmlns:a14="http://schemas.microsoft.com/office/drawing/2010/main">
                  <a:noFill/>
                </a14:hiddenFill>
              </a:ext>
            </a:extLst>
          </p:spPr>
          <p:txBody>
            <a:bodyPr vert="horz" wrap="square" lIns="146304" tIns="73152" rIns="146304" bIns="73152" numCol="1" anchor="t" anchorCtr="0" compatLnSpc="1"/>
            <a:lstStyle/>
            <a:p>
              <a:pPr defTabSz="1096645"/>
              <a:endParaRPr lang="id-ID" sz="3840" b="1">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5" name="Freeform 45"/>
            <p:cNvSpPr/>
            <p:nvPr/>
          </p:nvSpPr>
          <p:spPr bwMode="auto">
            <a:xfrm>
              <a:off x="6964363" y="1547813"/>
              <a:ext cx="457200" cy="74613"/>
            </a:xfrm>
            <a:custGeom>
              <a:avLst/>
              <a:gdLst>
                <a:gd name="T0" fmla="*/ 120 w 120"/>
                <a:gd name="T1" fmla="*/ 20 h 20"/>
                <a:gd name="T2" fmla="*/ 60 w 120"/>
                <a:gd name="T3" fmla="*/ 0 h 20"/>
                <a:gd name="T4" fmla="*/ 0 w 120"/>
                <a:gd name="T5" fmla="*/ 20 h 20"/>
                <a:gd name="T6" fmla="*/ 120 w 120"/>
                <a:gd name="T7" fmla="*/ 20 h 20"/>
              </a:gdLst>
              <a:ahLst/>
              <a:cxnLst>
                <a:cxn ang="0">
                  <a:pos x="T0" y="T1"/>
                </a:cxn>
                <a:cxn ang="0">
                  <a:pos x="T2" y="T3"/>
                </a:cxn>
                <a:cxn ang="0">
                  <a:pos x="T4" y="T5"/>
                </a:cxn>
                <a:cxn ang="0">
                  <a:pos x="T6" y="T7"/>
                </a:cxn>
              </a:cxnLst>
              <a:rect l="0" t="0" r="r" b="b"/>
              <a:pathLst>
                <a:path w="120" h="20">
                  <a:moveTo>
                    <a:pt x="120" y="20"/>
                  </a:moveTo>
                  <a:cubicBezTo>
                    <a:pt x="103" y="7"/>
                    <a:pt x="83" y="0"/>
                    <a:pt x="60" y="0"/>
                  </a:cubicBezTo>
                  <a:cubicBezTo>
                    <a:pt x="37" y="0"/>
                    <a:pt x="17" y="7"/>
                    <a:pt x="0" y="20"/>
                  </a:cubicBezTo>
                  <a:lnTo>
                    <a:pt x="120" y="20"/>
                  </a:lnTo>
                  <a:close/>
                </a:path>
              </a:pathLst>
            </a:custGeom>
            <a:noFill/>
            <a:ln w="1905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146304" tIns="73152" rIns="146304" bIns="73152" numCol="1" anchor="t" anchorCtr="0" compatLnSpc="1"/>
            <a:lstStyle/>
            <a:p>
              <a:pPr defTabSz="1096645"/>
              <a:endParaRPr lang="id-ID" sz="3840" b="1">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6" name="Oval 46"/>
            <p:cNvSpPr>
              <a:spLocks noChangeArrowheads="1"/>
            </p:cNvSpPr>
            <p:nvPr/>
          </p:nvSpPr>
          <p:spPr bwMode="auto">
            <a:xfrm>
              <a:off x="6904038" y="773113"/>
              <a:ext cx="577850" cy="576263"/>
            </a:xfrm>
            <a:prstGeom prst="ellipse">
              <a:avLst/>
            </a:prstGeom>
            <a:noFill/>
            <a:ln w="1905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146304" tIns="73152" rIns="146304" bIns="73152" numCol="1" anchor="t" anchorCtr="0" compatLnSpc="1"/>
            <a:lstStyle/>
            <a:p>
              <a:pPr defTabSz="1096645"/>
              <a:endParaRPr lang="id-ID" sz="3840" b="1">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7" name="Freeform 47"/>
            <p:cNvSpPr/>
            <p:nvPr/>
          </p:nvSpPr>
          <p:spPr bwMode="auto">
            <a:xfrm>
              <a:off x="6904038" y="773113"/>
              <a:ext cx="741363" cy="739775"/>
            </a:xfrm>
            <a:custGeom>
              <a:avLst/>
              <a:gdLst>
                <a:gd name="T0" fmla="*/ 152 w 195"/>
                <a:gd name="T1" fmla="*/ 0 h 195"/>
                <a:gd name="T2" fmla="*/ 152 w 195"/>
                <a:gd name="T3" fmla="*/ 152 h 195"/>
                <a:gd name="T4" fmla="*/ 0 w 195"/>
                <a:gd name="T5" fmla="*/ 152 h 195"/>
              </a:gdLst>
              <a:ahLst/>
              <a:cxnLst>
                <a:cxn ang="0">
                  <a:pos x="T0" y="T1"/>
                </a:cxn>
                <a:cxn ang="0">
                  <a:pos x="T2" y="T3"/>
                </a:cxn>
                <a:cxn ang="0">
                  <a:pos x="T4" y="T5"/>
                </a:cxn>
              </a:cxnLst>
              <a:rect l="0" t="0" r="r" b="b"/>
              <a:pathLst>
                <a:path w="195" h="195">
                  <a:moveTo>
                    <a:pt x="152" y="0"/>
                  </a:moveTo>
                  <a:cubicBezTo>
                    <a:pt x="195" y="42"/>
                    <a:pt x="195" y="110"/>
                    <a:pt x="152" y="152"/>
                  </a:cubicBezTo>
                  <a:cubicBezTo>
                    <a:pt x="110" y="195"/>
                    <a:pt x="42" y="195"/>
                    <a:pt x="0" y="152"/>
                  </a:cubicBezTo>
                </a:path>
              </a:pathLst>
            </a:custGeom>
            <a:noFill/>
            <a:ln w="19050" cap="rnd">
              <a:solidFill>
                <a:schemeClr val="bg1"/>
              </a:solidFill>
              <a:prstDash val="solid"/>
              <a:round/>
            </a:ln>
            <a:extLst>
              <a:ext uri="{909E8E84-426E-40DD-AFC4-6F175D3DCCD1}">
                <a14:hiddenFill xmlns:a14="http://schemas.microsoft.com/office/drawing/2010/main">
                  <a:solidFill>
                    <a:srgbClr val="FFFFFF"/>
                  </a:solidFill>
                </a14:hiddenFill>
              </a:ext>
            </a:extLst>
          </p:spPr>
          <p:txBody>
            <a:bodyPr vert="horz" wrap="square" lIns="146304" tIns="73152" rIns="146304" bIns="73152" numCol="1" anchor="t" anchorCtr="0" compatLnSpc="1"/>
            <a:lstStyle/>
            <a:p>
              <a:pPr defTabSz="1096645"/>
              <a:endParaRPr lang="id-ID" sz="3840" b="1">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8" name="Line 48"/>
            <p:cNvSpPr>
              <a:spLocks noChangeShapeType="1"/>
            </p:cNvSpPr>
            <p:nvPr/>
          </p:nvSpPr>
          <p:spPr bwMode="auto">
            <a:xfrm flipV="1">
              <a:off x="6873875" y="1319213"/>
              <a:ext cx="60325" cy="60325"/>
            </a:xfrm>
            <a:prstGeom prst="line">
              <a:avLst/>
            </a:prstGeom>
            <a:noFill/>
            <a:ln w="19050" cap="rnd">
              <a:solidFill>
                <a:schemeClr val="bg1"/>
              </a:solidFill>
              <a:prstDash val="solid"/>
              <a:round/>
            </a:ln>
            <a:extLst>
              <a:ext uri="{909E8E84-426E-40DD-AFC4-6F175D3DCCD1}">
                <a14:hiddenFill xmlns:a14="http://schemas.microsoft.com/office/drawing/2010/main">
                  <a:noFill/>
                </a14:hiddenFill>
              </a:ext>
            </a:extLst>
          </p:spPr>
          <p:txBody>
            <a:bodyPr vert="horz" wrap="square" lIns="146304" tIns="73152" rIns="146304" bIns="73152" numCol="1" anchor="t" anchorCtr="0" compatLnSpc="1"/>
            <a:lstStyle/>
            <a:p>
              <a:pPr defTabSz="1096645"/>
              <a:endParaRPr lang="id-ID" sz="3840" b="1">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9" name="Line 49"/>
            <p:cNvSpPr>
              <a:spLocks noChangeShapeType="1"/>
            </p:cNvSpPr>
            <p:nvPr/>
          </p:nvSpPr>
          <p:spPr bwMode="auto">
            <a:xfrm flipV="1">
              <a:off x="7451725" y="742950"/>
              <a:ext cx="60325" cy="60325"/>
            </a:xfrm>
            <a:prstGeom prst="line">
              <a:avLst/>
            </a:prstGeom>
            <a:noFill/>
            <a:ln w="19050" cap="rnd">
              <a:solidFill>
                <a:schemeClr val="bg1"/>
              </a:solidFill>
              <a:prstDash val="solid"/>
              <a:round/>
            </a:ln>
            <a:extLst>
              <a:ext uri="{909E8E84-426E-40DD-AFC4-6F175D3DCCD1}">
                <a14:hiddenFill xmlns:a14="http://schemas.microsoft.com/office/drawing/2010/main">
                  <a:noFill/>
                </a14:hiddenFill>
              </a:ext>
            </a:extLst>
          </p:spPr>
          <p:txBody>
            <a:bodyPr vert="horz" wrap="square" lIns="146304" tIns="73152" rIns="146304" bIns="73152" numCol="1" anchor="t" anchorCtr="0" compatLnSpc="1"/>
            <a:lstStyle/>
            <a:p>
              <a:pPr defTabSz="1096645"/>
              <a:endParaRPr lang="id-ID" sz="3840" b="1">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50" name="Group 134"/>
          <p:cNvGrpSpPr/>
          <p:nvPr/>
        </p:nvGrpSpPr>
        <p:grpSpPr>
          <a:xfrm flipH="1">
            <a:off x="5726450" y="3502595"/>
            <a:ext cx="754282" cy="849991"/>
            <a:chOff x="1909763" y="950913"/>
            <a:chExt cx="782637" cy="793750"/>
          </a:xfrm>
          <a:solidFill>
            <a:schemeClr val="bg1"/>
          </a:solidFill>
        </p:grpSpPr>
        <p:sp>
          <p:nvSpPr>
            <p:cNvPr id="51" name="Freeform 59"/>
            <p:cNvSpPr>
              <a:spLocks noEditPoints="1"/>
            </p:cNvSpPr>
            <p:nvPr/>
          </p:nvSpPr>
          <p:spPr bwMode="auto">
            <a:xfrm>
              <a:off x="1909763" y="1204913"/>
              <a:ext cx="539750" cy="539750"/>
            </a:xfrm>
            <a:custGeom>
              <a:avLst/>
              <a:gdLst>
                <a:gd name="T0" fmla="*/ 0 w 340"/>
                <a:gd name="T1" fmla="*/ 340 h 340"/>
                <a:gd name="T2" fmla="*/ 340 w 340"/>
                <a:gd name="T3" fmla="*/ 340 h 340"/>
                <a:gd name="T4" fmla="*/ 340 w 340"/>
                <a:gd name="T5" fmla="*/ 0 h 340"/>
                <a:gd name="T6" fmla="*/ 0 w 340"/>
                <a:gd name="T7" fmla="*/ 0 h 340"/>
                <a:gd name="T8" fmla="*/ 0 w 340"/>
                <a:gd name="T9" fmla="*/ 340 h 340"/>
                <a:gd name="T10" fmla="*/ 304 w 340"/>
                <a:gd name="T11" fmla="*/ 251 h 340"/>
                <a:gd name="T12" fmla="*/ 35 w 340"/>
                <a:gd name="T13" fmla="*/ 251 h 340"/>
                <a:gd name="T14" fmla="*/ 35 w 340"/>
                <a:gd name="T15" fmla="*/ 36 h 340"/>
                <a:gd name="T16" fmla="*/ 304 w 340"/>
                <a:gd name="T17" fmla="*/ 36 h 340"/>
                <a:gd name="T18" fmla="*/ 304 w 340"/>
                <a:gd name="T19" fmla="*/ 251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0" h="340">
                  <a:moveTo>
                    <a:pt x="0" y="340"/>
                  </a:moveTo>
                  <a:lnTo>
                    <a:pt x="340" y="340"/>
                  </a:lnTo>
                  <a:lnTo>
                    <a:pt x="340" y="0"/>
                  </a:lnTo>
                  <a:lnTo>
                    <a:pt x="0" y="0"/>
                  </a:lnTo>
                  <a:lnTo>
                    <a:pt x="0" y="340"/>
                  </a:lnTo>
                  <a:close/>
                  <a:moveTo>
                    <a:pt x="304" y="251"/>
                  </a:moveTo>
                  <a:lnTo>
                    <a:pt x="35" y="251"/>
                  </a:lnTo>
                  <a:lnTo>
                    <a:pt x="35" y="36"/>
                  </a:lnTo>
                  <a:lnTo>
                    <a:pt x="304" y="36"/>
                  </a:lnTo>
                  <a:lnTo>
                    <a:pt x="304" y="25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09728" tIns="54864" rIns="109728" bIns="54864" numCol="1" anchor="t" anchorCtr="0" compatLnSpc="1"/>
            <a:lstStyle/>
            <a:p>
              <a:pPr defTabSz="1096645"/>
              <a:endParaRPr lang="id-ID" sz="216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2" name="Freeform 60"/>
            <p:cNvSpPr/>
            <p:nvPr/>
          </p:nvSpPr>
          <p:spPr bwMode="auto">
            <a:xfrm>
              <a:off x="2060575" y="950913"/>
              <a:ext cx="631825" cy="569913"/>
            </a:xfrm>
            <a:custGeom>
              <a:avLst/>
              <a:gdLst>
                <a:gd name="T0" fmla="*/ 334 w 398"/>
                <a:gd name="T1" fmla="*/ 0 h 359"/>
                <a:gd name="T2" fmla="*/ 0 w 398"/>
                <a:gd name="T3" fmla="*/ 64 h 359"/>
                <a:gd name="T4" fmla="*/ 15 w 398"/>
                <a:gd name="T5" fmla="*/ 143 h 359"/>
                <a:gd name="T6" fmla="*/ 51 w 398"/>
                <a:gd name="T7" fmla="*/ 143 h 359"/>
                <a:gd name="T8" fmla="*/ 41 w 398"/>
                <a:gd name="T9" fmla="*/ 93 h 359"/>
                <a:gd name="T10" fmla="*/ 305 w 398"/>
                <a:gd name="T11" fmla="*/ 40 h 359"/>
                <a:gd name="T12" fmla="*/ 346 w 398"/>
                <a:gd name="T13" fmla="*/ 251 h 359"/>
                <a:gd name="T14" fmla="*/ 262 w 398"/>
                <a:gd name="T15" fmla="*/ 268 h 359"/>
                <a:gd name="T16" fmla="*/ 262 w 398"/>
                <a:gd name="T17" fmla="*/ 359 h 359"/>
                <a:gd name="T18" fmla="*/ 398 w 398"/>
                <a:gd name="T19" fmla="*/ 332 h 359"/>
                <a:gd name="T20" fmla="*/ 334 w 398"/>
                <a:gd name="T21" fmla="*/ 0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8" h="359">
                  <a:moveTo>
                    <a:pt x="334" y="0"/>
                  </a:moveTo>
                  <a:lnTo>
                    <a:pt x="0" y="64"/>
                  </a:lnTo>
                  <a:lnTo>
                    <a:pt x="15" y="143"/>
                  </a:lnTo>
                  <a:lnTo>
                    <a:pt x="51" y="143"/>
                  </a:lnTo>
                  <a:lnTo>
                    <a:pt x="41" y="93"/>
                  </a:lnTo>
                  <a:lnTo>
                    <a:pt x="305" y="40"/>
                  </a:lnTo>
                  <a:lnTo>
                    <a:pt x="346" y="251"/>
                  </a:lnTo>
                  <a:lnTo>
                    <a:pt x="262" y="268"/>
                  </a:lnTo>
                  <a:lnTo>
                    <a:pt x="262" y="359"/>
                  </a:lnTo>
                  <a:lnTo>
                    <a:pt x="398" y="332"/>
                  </a:lnTo>
                  <a:lnTo>
                    <a:pt x="33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09728" tIns="54864" rIns="109728" bIns="54864" numCol="1" anchor="t" anchorCtr="0" compatLnSpc="1"/>
            <a:lstStyle/>
            <a:p>
              <a:pPr defTabSz="1096645"/>
              <a:endParaRPr lang="id-ID" sz="216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55" name="Rectangle 102"/>
          <p:cNvSpPr/>
          <p:nvPr/>
        </p:nvSpPr>
        <p:spPr>
          <a:xfrm>
            <a:off x="8143611" y="3407885"/>
            <a:ext cx="1398144" cy="394160"/>
          </a:xfrm>
          <a:prstGeom prst="rect">
            <a:avLst/>
          </a:prstGeom>
        </p:spPr>
        <p:txBody>
          <a:bodyPr wrap="square" lIns="85549" tIns="42774" rIns="85549" bIns="42774">
            <a:spAutoFit/>
          </a:bodyPr>
          <a:lstStyle/>
          <a:p>
            <a:pPr defTabSz="1096645"/>
            <a:r>
              <a:rPr lang="zh-CN" altLang="en-US" sz="20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小副标题</a:t>
            </a:r>
            <a:endParaRPr lang="id-ID" sz="20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6" name="Rectangle 100"/>
          <p:cNvSpPr/>
          <p:nvPr/>
        </p:nvSpPr>
        <p:spPr>
          <a:xfrm>
            <a:off x="9438840" y="3481049"/>
            <a:ext cx="1557287" cy="695781"/>
          </a:xfrm>
          <a:prstGeom prst="rect">
            <a:avLst/>
          </a:prstGeom>
        </p:spPr>
        <p:txBody>
          <a:bodyPr wrap="square" lIns="85549" tIns="42774" rIns="85549" bIns="42774">
            <a:spAutoFit/>
          </a:bodyPr>
          <a:lstStyle/>
          <a:p>
            <a:pPr defTabSz="1096645"/>
            <a:r>
              <a:rPr lang="zh-CN" altLang="en-US" sz="1320" dirty="0">
                <a:latin typeface="字魂105号-简雅黑" panose="00000500000000000000" pitchFamily="2" charset="-122"/>
                <a:ea typeface="字魂105号-简雅黑" panose="00000500000000000000" pitchFamily="2" charset="-122"/>
                <a:sym typeface="字魂105号-简雅黑" panose="00000500000000000000" pitchFamily="2" charset="-122"/>
              </a:rPr>
              <a:t>输入内容</a:t>
            </a:r>
            <a:endParaRPr lang="en-US" altLang="zh-CN" sz="132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defTabSz="1096645"/>
            <a:r>
              <a:rPr lang="zh-CN" altLang="en-US" sz="1320" dirty="0">
                <a:latin typeface="字魂105号-简雅黑" panose="00000500000000000000" pitchFamily="2" charset="-122"/>
                <a:ea typeface="字魂105号-简雅黑" panose="00000500000000000000" pitchFamily="2" charset="-122"/>
                <a:sym typeface="字魂105号-简雅黑" panose="00000500000000000000" pitchFamily="2" charset="-122"/>
              </a:rPr>
              <a:t>输入内容</a:t>
            </a:r>
            <a:endParaRPr lang="en-US" altLang="zh-CN" sz="132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defTabSz="1096645"/>
            <a:r>
              <a:rPr lang="zh-CN" altLang="en-US" sz="1320" dirty="0">
                <a:latin typeface="字魂105号-简雅黑" panose="00000500000000000000" pitchFamily="2" charset="-122"/>
                <a:ea typeface="字魂105号-简雅黑" panose="00000500000000000000" pitchFamily="2" charset="-122"/>
                <a:sym typeface="字魂105号-简雅黑" panose="00000500000000000000" pitchFamily="2" charset="-122"/>
              </a:rPr>
              <a:t>输入内容</a:t>
            </a:r>
            <a:endParaRPr lang="id-ID" sz="132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7" name="Rectangle 102"/>
          <p:cNvSpPr/>
          <p:nvPr/>
        </p:nvSpPr>
        <p:spPr>
          <a:xfrm>
            <a:off x="2856165" y="3913104"/>
            <a:ext cx="1398144" cy="394160"/>
          </a:xfrm>
          <a:prstGeom prst="rect">
            <a:avLst/>
          </a:prstGeom>
        </p:spPr>
        <p:txBody>
          <a:bodyPr wrap="square" lIns="85549" tIns="42774" rIns="85549" bIns="42774">
            <a:spAutoFit/>
          </a:bodyPr>
          <a:lstStyle/>
          <a:p>
            <a:pPr defTabSz="1096645"/>
            <a:r>
              <a:rPr lang="zh-CN" altLang="en-US" sz="20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小副标题</a:t>
            </a:r>
            <a:endParaRPr lang="id-ID" sz="20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8" name="Rectangle 100"/>
          <p:cNvSpPr/>
          <p:nvPr/>
        </p:nvSpPr>
        <p:spPr>
          <a:xfrm>
            <a:off x="1659458" y="3512068"/>
            <a:ext cx="1019972" cy="695781"/>
          </a:xfrm>
          <a:prstGeom prst="rect">
            <a:avLst/>
          </a:prstGeom>
        </p:spPr>
        <p:txBody>
          <a:bodyPr wrap="square" lIns="85549" tIns="42774" rIns="85549" bIns="42774">
            <a:spAutoFit/>
          </a:bodyPr>
          <a:lstStyle/>
          <a:p>
            <a:pPr defTabSz="1096645"/>
            <a:r>
              <a:rPr lang="zh-CN" altLang="en-US" sz="1320" dirty="0">
                <a:latin typeface="字魂105号-简雅黑" panose="00000500000000000000" pitchFamily="2" charset="-122"/>
                <a:ea typeface="字魂105号-简雅黑" panose="00000500000000000000" pitchFamily="2" charset="-122"/>
                <a:sym typeface="字魂105号-简雅黑" panose="00000500000000000000" pitchFamily="2" charset="-122"/>
              </a:rPr>
              <a:t>输入内容</a:t>
            </a:r>
            <a:endParaRPr lang="en-US" altLang="zh-CN" sz="132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defTabSz="1096645"/>
            <a:r>
              <a:rPr lang="zh-CN" altLang="en-US" sz="1320" dirty="0">
                <a:latin typeface="字魂105号-简雅黑" panose="00000500000000000000" pitchFamily="2" charset="-122"/>
                <a:ea typeface="字魂105号-简雅黑" panose="00000500000000000000" pitchFamily="2" charset="-122"/>
                <a:sym typeface="字魂105号-简雅黑" panose="00000500000000000000" pitchFamily="2" charset="-122"/>
              </a:rPr>
              <a:t>输入内容</a:t>
            </a:r>
            <a:endParaRPr lang="en-US" altLang="zh-CN" sz="132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defTabSz="1096645"/>
            <a:r>
              <a:rPr lang="zh-CN" altLang="en-US" sz="1320" dirty="0">
                <a:latin typeface="字魂105号-简雅黑" panose="00000500000000000000" pitchFamily="2" charset="-122"/>
                <a:ea typeface="字魂105号-简雅黑" panose="00000500000000000000" pitchFamily="2" charset="-122"/>
                <a:sym typeface="字魂105号-简雅黑" panose="00000500000000000000" pitchFamily="2" charset="-122"/>
              </a:rPr>
              <a:t>输入内容</a:t>
            </a:r>
            <a:endParaRPr lang="id-ID" sz="132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9" name="Rectangle 102"/>
          <p:cNvSpPr/>
          <p:nvPr/>
        </p:nvSpPr>
        <p:spPr>
          <a:xfrm>
            <a:off x="4082358" y="5382066"/>
            <a:ext cx="1398144" cy="394160"/>
          </a:xfrm>
          <a:prstGeom prst="rect">
            <a:avLst/>
          </a:prstGeom>
        </p:spPr>
        <p:txBody>
          <a:bodyPr wrap="square" lIns="85549" tIns="42774" rIns="85549" bIns="42774">
            <a:spAutoFit/>
          </a:bodyPr>
          <a:lstStyle/>
          <a:p>
            <a:pPr defTabSz="1096645"/>
            <a:r>
              <a:rPr lang="zh-CN" altLang="en-US" sz="20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小副标题</a:t>
            </a:r>
            <a:endParaRPr lang="id-ID" sz="20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0" name="Rectangle 100"/>
          <p:cNvSpPr/>
          <p:nvPr/>
        </p:nvSpPr>
        <p:spPr>
          <a:xfrm>
            <a:off x="2863032" y="4984193"/>
            <a:ext cx="1038948" cy="695781"/>
          </a:xfrm>
          <a:prstGeom prst="rect">
            <a:avLst/>
          </a:prstGeom>
        </p:spPr>
        <p:txBody>
          <a:bodyPr wrap="square" lIns="85549" tIns="42774" rIns="85549" bIns="42774">
            <a:spAutoFit/>
          </a:bodyPr>
          <a:lstStyle/>
          <a:p>
            <a:pPr defTabSz="1096645"/>
            <a:r>
              <a:rPr lang="zh-CN" altLang="en-US" sz="1320" dirty="0">
                <a:latin typeface="字魂105号-简雅黑" panose="00000500000000000000" pitchFamily="2" charset="-122"/>
                <a:ea typeface="字魂105号-简雅黑" panose="00000500000000000000" pitchFamily="2" charset="-122"/>
                <a:sym typeface="字魂105号-简雅黑" panose="00000500000000000000" pitchFamily="2" charset="-122"/>
              </a:rPr>
              <a:t>输入内容</a:t>
            </a:r>
            <a:endParaRPr lang="en-US" altLang="zh-CN" sz="132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defTabSz="1096645"/>
            <a:r>
              <a:rPr lang="zh-CN" altLang="en-US" sz="1320" dirty="0">
                <a:latin typeface="字魂105号-简雅黑" panose="00000500000000000000" pitchFamily="2" charset="-122"/>
                <a:ea typeface="字魂105号-简雅黑" panose="00000500000000000000" pitchFamily="2" charset="-122"/>
                <a:sym typeface="字魂105号-简雅黑" panose="00000500000000000000" pitchFamily="2" charset="-122"/>
              </a:rPr>
              <a:t>输入内容</a:t>
            </a:r>
            <a:endParaRPr lang="en-US" altLang="zh-CN" sz="132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defTabSz="1096645"/>
            <a:r>
              <a:rPr lang="zh-CN" altLang="en-US" sz="1320" dirty="0">
                <a:latin typeface="字魂105号-简雅黑" panose="00000500000000000000" pitchFamily="2" charset="-122"/>
                <a:ea typeface="字魂105号-简雅黑" panose="00000500000000000000" pitchFamily="2" charset="-122"/>
                <a:sym typeface="字魂105号-简雅黑" panose="00000500000000000000" pitchFamily="2" charset="-122"/>
              </a:rPr>
              <a:t>输入内容</a:t>
            </a:r>
            <a:endParaRPr lang="id-ID" sz="132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1" name="任意多边形: 形状 60"/>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accent1">
              <a:lumMod val="100000"/>
            </a:schemeClr>
          </a:solidFill>
          <a:ln w="38100">
            <a:solidFill>
              <a:schemeClr val="accent1">
                <a:lumMod val="10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62" name="图片 6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42101" y="569481"/>
            <a:ext cx="618131" cy="618131"/>
          </a:xfrm>
          <a:prstGeom prst="rect">
            <a:avLst/>
          </a:prstGeom>
        </p:spPr>
      </p:pic>
      <p:sp>
        <p:nvSpPr>
          <p:cNvPr id="63" name="矩形 62"/>
          <p:cNvSpPr/>
          <p:nvPr/>
        </p:nvSpPr>
        <p:spPr>
          <a:xfrm>
            <a:off x="1572360" y="657873"/>
            <a:ext cx="2786280" cy="461665"/>
          </a:xfrm>
          <a:prstGeom prst="rect">
            <a:avLst/>
          </a:prstGeom>
        </p:spPr>
        <p:txBody>
          <a:bodyPr wrap="squar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4.1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研究成果</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50"/>
                                        </p:tgtEl>
                                        <p:attrNameLst>
                                          <p:attrName>style.visibility</p:attrName>
                                        </p:attrNameLst>
                                      </p:cBhvr>
                                      <p:to>
                                        <p:strVal val="visible"/>
                                      </p:to>
                                    </p:set>
                                    <p:anim calcmode="lin" valueType="num">
                                      <p:cBhvr>
                                        <p:cTn id="11" dur="500" fill="hold"/>
                                        <p:tgtEl>
                                          <p:spTgt spid="50"/>
                                        </p:tgtEl>
                                        <p:attrNameLst>
                                          <p:attrName>ppt_w</p:attrName>
                                        </p:attrNameLst>
                                      </p:cBhvr>
                                      <p:tavLst>
                                        <p:tav tm="0">
                                          <p:val>
                                            <p:fltVal val="0"/>
                                          </p:val>
                                        </p:tav>
                                        <p:tav tm="100000">
                                          <p:val>
                                            <p:strVal val="#ppt_w"/>
                                          </p:val>
                                        </p:tav>
                                      </p:tavLst>
                                    </p:anim>
                                    <p:anim calcmode="lin" valueType="num">
                                      <p:cBhvr>
                                        <p:cTn id="12" dur="500" fill="hold"/>
                                        <p:tgtEl>
                                          <p:spTgt spid="50"/>
                                        </p:tgtEl>
                                        <p:attrNameLst>
                                          <p:attrName>ppt_h</p:attrName>
                                        </p:attrNameLst>
                                      </p:cBhvr>
                                      <p:tavLst>
                                        <p:tav tm="0">
                                          <p:val>
                                            <p:fltVal val="0"/>
                                          </p:val>
                                        </p:tav>
                                        <p:tav tm="100000">
                                          <p:val>
                                            <p:strVal val="#ppt_h"/>
                                          </p:val>
                                        </p:tav>
                                      </p:tavLst>
                                    </p:anim>
                                    <p:animEffect transition="in" filter="fade">
                                      <p:cBhvr>
                                        <p:cTn id="13" dur="500"/>
                                        <p:tgtEl>
                                          <p:spTgt spid="50"/>
                                        </p:tgtEl>
                                      </p:cBhvr>
                                    </p:animEffect>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par>
                          <p:cTn id="18" fill="hold">
                            <p:stCondLst>
                              <p:cond delay="1500"/>
                            </p:stCondLst>
                            <p:childTnLst>
                              <p:par>
                                <p:cTn id="19" presetID="10" presetClass="entr" presetSubtype="0" fill="hold" nodeType="after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fade">
                                      <p:cBhvr>
                                        <p:cTn id="21" dur="500"/>
                                        <p:tgtEl>
                                          <p:spTgt spid="28"/>
                                        </p:tgtEl>
                                      </p:cBhvr>
                                    </p:animEffect>
                                  </p:childTnLst>
                                </p:cTn>
                              </p:par>
                            </p:childTnLst>
                          </p:cTn>
                        </p:par>
                        <p:par>
                          <p:cTn id="22" fill="hold">
                            <p:stCondLst>
                              <p:cond delay="2000"/>
                            </p:stCondLst>
                            <p:childTnLst>
                              <p:par>
                                <p:cTn id="23" presetID="22" presetClass="entr" presetSubtype="2" fill="hold"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right)">
                                      <p:cBhvr>
                                        <p:cTn id="25" dur="500"/>
                                        <p:tgtEl>
                                          <p:spTgt spid="9"/>
                                        </p:tgtEl>
                                      </p:cBhvr>
                                    </p:animEffect>
                                  </p:childTnLst>
                                </p:cTn>
                              </p:par>
                            </p:childTnLst>
                          </p:cTn>
                        </p:par>
                        <p:par>
                          <p:cTn id="26" fill="hold">
                            <p:stCondLst>
                              <p:cond delay="2500"/>
                            </p:stCondLst>
                            <p:childTnLst>
                              <p:par>
                                <p:cTn id="27" presetID="10" presetClass="entr" presetSubtype="0"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childTnLst>
                          </p:cTn>
                        </p:par>
                        <p:par>
                          <p:cTn id="30" fill="hold">
                            <p:stCondLst>
                              <p:cond delay="3000"/>
                            </p:stCondLst>
                            <p:childTnLst>
                              <p:par>
                                <p:cTn id="31" presetID="10" presetClass="entr" presetSubtype="0" fill="hold" nodeType="afterEffect">
                                  <p:stCondLst>
                                    <p:cond delay="0"/>
                                  </p:stCondLst>
                                  <p:childTnLst>
                                    <p:set>
                                      <p:cBhvr>
                                        <p:cTn id="32" dur="1" fill="hold">
                                          <p:stCondLst>
                                            <p:cond delay="0"/>
                                          </p:stCondLst>
                                        </p:cTn>
                                        <p:tgtEl>
                                          <p:spTgt spid="42"/>
                                        </p:tgtEl>
                                        <p:attrNameLst>
                                          <p:attrName>style.visibility</p:attrName>
                                        </p:attrNameLst>
                                      </p:cBhvr>
                                      <p:to>
                                        <p:strVal val="visible"/>
                                      </p:to>
                                    </p:set>
                                    <p:animEffect transition="in" filter="fade">
                                      <p:cBhvr>
                                        <p:cTn id="33" dur="500"/>
                                        <p:tgtEl>
                                          <p:spTgt spid="42"/>
                                        </p:tgtEl>
                                      </p:cBhvr>
                                    </p:animEffect>
                                  </p:childTnLst>
                                </p:cTn>
                              </p:par>
                            </p:childTnLst>
                          </p:cTn>
                        </p:par>
                        <p:par>
                          <p:cTn id="34" fill="hold">
                            <p:stCondLst>
                              <p:cond delay="3500"/>
                            </p:stCondLst>
                            <p:childTnLst>
                              <p:par>
                                <p:cTn id="35" presetID="22" presetClass="entr" presetSubtype="8" fill="hold" nodeType="after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left)">
                                      <p:cBhvr>
                                        <p:cTn id="37" dur="500"/>
                                        <p:tgtEl>
                                          <p:spTgt spid="11"/>
                                        </p:tgtEl>
                                      </p:cBhvr>
                                    </p:animEffect>
                                  </p:childTnLst>
                                </p:cTn>
                              </p:par>
                            </p:childTnLst>
                          </p:cTn>
                        </p:par>
                        <p:par>
                          <p:cTn id="38" fill="hold">
                            <p:stCondLst>
                              <p:cond delay="4000"/>
                            </p:stCondLst>
                            <p:childTnLst>
                              <p:par>
                                <p:cTn id="39" presetID="22" presetClass="entr" presetSubtype="8" fill="hold" grpId="0"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left)">
                                      <p:cBhvr>
                                        <p:cTn id="41" dur="500"/>
                                        <p:tgtEl>
                                          <p:spTgt spid="18"/>
                                        </p:tgtEl>
                                      </p:cBhvr>
                                    </p:animEffect>
                                  </p:childTnLst>
                                </p:cTn>
                              </p:par>
                            </p:childTnLst>
                          </p:cTn>
                        </p:par>
                        <p:par>
                          <p:cTn id="42" fill="hold">
                            <p:stCondLst>
                              <p:cond delay="4500"/>
                            </p:stCondLst>
                            <p:childTnLst>
                              <p:par>
                                <p:cTn id="43" presetID="22" presetClass="entr" presetSubtype="8" fill="hold" grpId="0" nodeType="after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wipe(left)">
                                      <p:cBhvr>
                                        <p:cTn id="45" dur="500"/>
                                        <p:tgtEl>
                                          <p:spTgt spid="16"/>
                                        </p:tgtEl>
                                      </p:cBhvr>
                                    </p:animEffect>
                                  </p:childTnLst>
                                </p:cTn>
                              </p:par>
                            </p:childTnLst>
                          </p:cTn>
                        </p:par>
                        <p:par>
                          <p:cTn id="46" fill="hold">
                            <p:stCondLst>
                              <p:cond delay="5000"/>
                            </p:stCondLst>
                            <p:childTnLst>
                              <p:par>
                                <p:cTn id="47" presetID="10" presetClass="entr" presetSubtype="0" fill="hold" grpId="0" nodeType="after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fade">
                                      <p:cBhvr>
                                        <p:cTn id="49" dur="500"/>
                                        <p:tgtEl>
                                          <p:spTgt spid="6"/>
                                        </p:tgtEl>
                                      </p:cBhvr>
                                    </p:animEffect>
                                  </p:childTnLst>
                                </p:cTn>
                              </p:par>
                            </p:childTnLst>
                          </p:cTn>
                        </p:par>
                        <p:par>
                          <p:cTn id="50" fill="hold">
                            <p:stCondLst>
                              <p:cond delay="5500"/>
                            </p:stCondLst>
                            <p:childTnLst>
                              <p:par>
                                <p:cTn id="51" presetID="10" presetClass="entr" presetSubtype="0" fill="hold" nodeType="afterEffect">
                                  <p:stCondLst>
                                    <p:cond delay="0"/>
                                  </p:stCondLst>
                                  <p:childTnLst>
                                    <p:set>
                                      <p:cBhvr>
                                        <p:cTn id="52" dur="1" fill="hold">
                                          <p:stCondLst>
                                            <p:cond delay="0"/>
                                          </p:stCondLst>
                                        </p:cTn>
                                        <p:tgtEl>
                                          <p:spTgt spid="35"/>
                                        </p:tgtEl>
                                        <p:attrNameLst>
                                          <p:attrName>style.visibility</p:attrName>
                                        </p:attrNameLst>
                                      </p:cBhvr>
                                      <p:to>
                                        <p:strVal val="visible"/>
                                      </p:to>
                                    </p:set>
                                    <p:animEffect transition="in" filter="fade">
                                      <p:cBhvr>
                                        <p:cTn id="53" dur="500"/>
                                        <p:tgtEl>
                                          <p:spTgt spid="35"/>
                                        </p:tgtEl>
                                      </p:cBhvr>
                                    </p:animEffect>
                                  </p:childTnLst>
                                </p:cTn>
                              </p:par>
                            </p:childTnLst>
                          </p:cTn>
                        </p:par>
                        <p:par>
                          <p:cTn id="54" fill="hold">
                            <p:stCondLst>
                              <p:cond delay="6000"/>
                            </p:stCondLst>
                            <p:childTnLst>
                              <p:par>
                                <p:cTn id="55" presetID="22" presetClass="entr" presetSubtype="8" fill="hold" nodeType="after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wipe(left)">
                                      <p:cBhvr>
                                        <p:cTn id="57" dur="500"/>
                                        <p:tgtEl>
                                          <p:spTgt spid="12"/>
                                        </p:tgtEl>
                                      </p:cBhvr>
                                    </p:animEffect>
                                  </p:childTnLst>
                                </p:cTn>
                              </p:par>
                            </p:childTnLst>
                          </p:cTn>
                        </p:par>
                        <p:par>
                          <p:cTn id="58" fill="hold">
                            <p:stCondLst>
                              <p:cond delay="6500"/>
                            </p:stCondLst>
                            <p:childTnLst>
                              <p:par>
                                <p:cTn id="59" presetID="10" presetClass="entr" presetSubtype="0" fill="hold" grpId="0" nodeType="afterEffect">
                                  <p:stCondLst>
                                    <p:cond delay="0"/>
                                  </p:stCondLst>
                                  <p:childTnLst>
                                    <p:set>
                                      <p:cBhvr>
                                        <p:cTn id="60" dur="1" fill="hold">
                                          <p:stCondLst>
                                            <p:cond delay="0"/>
                                          </p:stCondLst>
                                        </p:cTn>
                                        <p:tgtEl>
                                          <p:spTgt spid="7"/>
                                        </p:tgtEl>
                                        <p:attrNameLst>
                                          <p:attrName>style.visibility</p:attrName>
                                        </p:attrNameLst>
                                      </p:cBhvr>
                                      <p:to>
                                        <p:strVal val="visible"/>
                                      </p:to>
                                    </p:set>
                                    <p:animEffect transition="in" filter="fade">
                                      <p:cBhvr>
                                        <p:cTn id="61" dur="500"/>
                                        <p:tgtEl>
                                          <p:spTgt spid="7"/>
                                        </p:tgtEl>
                                      </p:cBhvr>
                                    </p:animEffect>
                                  </p:childTnLst>
                                </p:cTn>
                              </p:par>
                            </p:childTnLst>
                          </p:cTn>
                        </p:par>
                        <p:par>
                          <p:cTn id="62" fill="hold">
                            <p:stCondLst>
                              <p:cond delay="7000"/>
                            </p:stCondLst>
                            <p:childTnLst>
                              <p:par>
                                <p:cTn id="63" presetID="10" presetClass="entr" presetSubtype="0" fill="hold" nodeType="after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500"/>
                                        <p:tgtEl>
                                          <p:spTgt spid="21"/>
                                        </p:tgtEl>
                                      </p:cBhvr>
                                    </p:animEffect>
                                  </p:childTnLst>
                                </p:cTn>
                              </p:par>
                            </p:childTnLst>
                          </p:cTn>
                        </p:par>
                        <p:par>
                          <p:cTn id="66" fill="hold">
                            <p:stCondLst>
                              <p:cond delay="7500"/>
                            </p:stCondLst>
                            <p:childTnLst>
                              <p:par>
                                <p:cTn id="67" presetID="22" presetClass="entr" presetSubtype="2" fill="hold" nodeType="afterEffect">
                                  <p:stCondLst>
                                    <p:cond delay="0"/>
                                  </p:stCondLst>
                                  <p:childTnLst>
                                    <p:set>
                                      <p:cBhvr>
                                        <p:cTn id="68" dur="1" fill="hold">
                                          <p:stCondLst>
                                            <p:cond delay="0"/>
                                          </p:stCondLst>
                                        </p:cTn>
                                        <p:tgtEl>
                                          <p:spTgt spid="10"/>
                                        </p:tgtEl>
                                        <p:attrNameLst>
                                          <p:attrName>style.visibility</p:attrName>
                                        </p:attrNameLst>
                                      </p:cBhvr>
                                      <p:to>
                                        <p:strVal val="visible"/>
                                      </p:to>
                                    </p:set>
                                    <p:animEffect transition="in" filter="wipe(right)">
                                      <p:cBhvr>
                                        <p:cTn id="69" dur="500"/>
                                        <p:tgtEl>
                                          <p:spTgt spid="10"/>
                                        </p:tgtEl>
                                      </p:cBhvr>
                                    </p:animEffect>
                                  </p:childTnLst>
                                </p:cTn>
                              </p:par>
                            </p:childTnLst>
                          </p:cTn>
                        </p:par>
                        <p:par>
                          <p:cTn id="70" fill="hold">
                            <p:stCondLst>
                              <p:cond delay="8000"/>
                            </p:stCondLst>
                            <p:childTnLst>
                              <p:par>
                                <p:cTn id="71" presetID="22" presetClass="entr" presetSubtype="8" fill="hold" grpId="0" nodeType="afterEffect">
                                  <p:stCondLst>
                                    <p:cond delay="0"/>
                                  </p:stCondLst>
                                  <p:childTnLst>
                                    <p:set>
                                      <p:cBhvr>
                                        <p:cTn id="72" dur="1" fill="hold">
                                          <p:stCondLst>
                                            <p:cond delay="0"/>
                                          </p:stCondLst>
                                        </p:cTn>
                                        <p:tgtEl>
                                          <p:spTgt spid="55"/>
                                        </p:tgtEl>
                                        <p:attrNameLst>
                                          <p:attrName>style.visibility</p:attrName>
                                        </p:attrNameLst>
                                      </p:cBhvr>
                                      <p:to>
                                        <p:strVal val="visible"/>
                                      </p:to>
                                    </p:set>
                                    <p:animEffect transition="in" filter="wipe(left)">
                                      <p:cBhvr>
                                        <p:cTn id="73" dur="500"/>
                                        <p:tgtEl>
                                          <p:spTgt spid="55"/>
                                        </p:tgtEl>
                                      </p:cBhvr>
                                    </p:animEffect>
                                  </p:childTnLst>
                                </p:cTn>
                              </p:par>
                            </p:childTnLst>
                          </p:cTn>
                        </p:par>
                        <p:par>
                          <p:cTn id="74" fill="hold">
                            <p:stCondLst>
                              <p:cond delay="8500"/>
                            </p:stCondLst>
                            <p:childTnLst>
                              <p:par>
                                <p:cTn id="75" presetID="22" presetClass="entr" presetSubtype="8" fill="hold" grpId="0" nodeType="afterEffect">
                                  <p:stCondLst>
                                    <p:cond delay="0"/>
                                  </p:stCondLst>
                                  <p:childTnLst>
                                    <p:set>
                                      <p:cBhvr>
                                        <p:cTn id="76" dur="1" fill="hold">
                                          <p:stCondLst>
                                            <p:cond delay="0"/>
                                          </p:stCondLst>
                                        </p:cTn>
                                        <p:tgtEl>
                                          <p:spTgt spid="56"/>
                                        </p:tgtEl>
                                        <p:attrNameLst>
                                          <p:attrName>style.visibility</p:attrName>
                                        </p:attrNameLst>
                                      </p:cBhvr>
                                      <p:to>
                                        <p:strVal val="visible"/>
                                      </p:to>
                                    </p:set>
                                    <p:animEffect transition="in" filter="wipe(left)">
                                      <p:cBhvr>
                                        <p:cTn id="77" dur="500"/>
                                        <p:tgtEl>
                                          <p:spTgt spid="56"/>
                                        </p:tgtEl>
                                      </p:cBhvr>
                                    </p:animEffect>
                                  </p:childTnLst>
                                </p:cTn>
                              </p:par>
                            </p:childTnLst>
                          </p:cTn>
                        </p:par>
                        <p:par>
                          <p:cTn id="78" fill="hold">
                            <p:stCondLst>
                              <p:cond delay="9000"/>
                            </p:stCondLst>
                            <p:childTnLst>
                              <p:par>
                                <p:cTn id="79" presetID="22" presetClass="entr" presetSubtype="8" fill="hold" grpId="0" nodeType="afterEffect">
                                  <p:stCondLst>
                                    <p:cond delay="0"/>
                                  </p:stCondLst>
                                  <p:childTnLst>
                                    <p:set>
                                      <p:cBhvr>
                                        <p:cTn id="80" dur="1" fill="hold">
                                          <p:stCondLst>
                                            <p:cond delay="0"/>
                                          </p:stCondLst>
                                        </p:cTn>
                                        <p:tgtEl>
                                          <p:spTgt spid="57"/>
                                        </p:tgtEl>
                                        <p:attrNameLst>
                                          <p:attrName>style.visibility</p:attrName>
                                        </p:attrNameLst>
                                      </p:cBhvr>
                                      <p:to>
                                        <p:strVal val="visible"/>
                                      </p:to>
                                    </p:set>
                                    <p:animEffect transition="in" filter="wipe(left)">
                                      <p:cBhvr>
                                        <p:cTn id="81" dur="500"/>
                                        <p:tgtEl>
                                          <p:spTgt spid="57"/>
                                        </p:tgtEl>
                                      </p:cBhvr>
                                    </p:animEffect>
                                  </p:childTnLst>
                                </p:cTn>
                              </p:par>
                            </p:childTnLst>
                          </p:cTn>
                        </p:par>
                        <p:par>
                          <p:cTn id="82" fill="hold">
                            <p:stCondLst>
                              <p:cond delay="9500"/>
                            </p:stCondLst>
                            <p:childTnLst>
                              <p:par>
                                <p:cTn id="83" presetID="22" presetClass="entr" presetSubtype="8" fill="hold" grpId="0" nodeType="afterEffect">
                                  <p:stCondLst>
                                    <p:cond delay="0"/>
                                  </p:stCondLst>
                                  <p:childTnLst>
                                    <p:set>
                                      <p:cBhvr>
                                        <p:cTn id="84" dur="1" fill="hold">
                                          <p:stCondLst>
                                            <p:cond delay="0"/>
                                          </p:stCondLst>
                                        </p:cTn>
                                        <p:tgtEl>
                                          <p:spTgt spid="58"/>
                                        </p:tgtEl>
                                        <p:attrNameLst>
                                          <p:attrName>style.visibility</p:attrName>
                                        </p:attrNameLst>
                                      </p:cBhvr>
                                      <p:to>
                                        <p:strVal val="visible"/>
                                      </p:to>
                                    </p:set>
                                    <p:animEffect transition="in" filter="wipe(left)">
                                      <p:cBhvr>
                                        <p:cTn id="85" dur="500"/>
                                        <p:tgtEl>
                                          <p:spTgt spid="58"/>
                                        </p:tgtEl>
                                      </p:cBhvr>
                                    </p:animEffect>
                                  </p:childTnLst>
                                </p:cTn>
                              </p:par>
                            </p:childTnLst>
                          </p:cTn>
                        </p:par>
                        <p:par>
                          <p:cTn id="86" fill="hold">
                            <p:stCondLst>
                              <p:cond delay="10000"/>
                            </p:stCondLst>
                            <p:childTnLst>
                              <p:par>
                                <p:cTn id="87" presetID="22" presetClass="entr" presetSubtype="8" fill="hold" grpId="0" nodeType="afterEffect">
                                  <p:stCondLst>
                                    <p:cond delay="0"/>
                                  </p:stCondLst>
                                  <p:childTnLst>
                                    <p:set>
                                      <p:cBhvr>
                                        <p:cTn id="88" dur="1" fill="hold">
                                          <p:stCondLst>
                                            <p:cond delay="0"/>
                                          </p:stCondLst>
                                        </p:cTn>
                                        <p:tgtEl>
                                          <p:spTgt spid="59"/>
                                        </p:tgtEl>
                                        <p:attrNameLst>
                                          <p:attrName>style.visibility</p:attrName>
                                        </p:attrNameLst>
                                      </p:cBhvr>
                                      <p:to>
                                        <p:strVal val="visible"/>
                                      </p:to>
                                    </p:set>
                                    <p:animEffect transition="in" filter="wipe(left)">
                                      <p:cBhvr>
                                        <p:cTn id="89" dur="500"/>
                                        <p:tgtEl>
                                          <p:spTgt spid="59"/>
                                        </p:tgtEl>
                                      </p:cBhvr>
                                    </p:animEffect>
                                  </p:childTnLst>
                                </p:cTn>
                              </p:par>
                            </p:childTnLst>
                          </p:cTn>
                        </p:par>
                        <p:par>
                          <p:cTn id="90" fill="hold">
                            <p:stCondLst>
                              <p:cond delay="10500"/>
                            </p:stCondLst>
                            <p:childTnLst>
                              <p:par>
                                <p:cTn id="91" presetID="22" presetClass="entr" presetSubtype="8" fill="hold" grpId="0" nodeType="afterEffect">
                                  <p:stCondLst>
                                    <p:cond delay="0"/>
                                  </p:stCondLst>
                                  <p:childTnLst>
                                    <p:set>
                                      <p:cBhvr>
                                        <p:cTn id="92" dur="1" fill="hold">
                                          <p:stCondLst>
                                            <p:cond delay="0"/>
                                          </p:stCondLst>
                                        </p:cTn>
                                        <p:tgtEl>
                                          <p:spTgt spid="60"/>
                                        </p:tgtEl>
                                        <p:attrNameLst>
                                          <p:attrName>style.visibility</p:attrName>
                                        </p:attrNameLst>
                                      </p:cBhvr>
                                      <p:to>
                                        <p:strVal val="visible"/>
                                      </p:to>
                                    </p:set>
                                    <p:animEffect transition="in" filter="wipe(left)">
                                      <p:cBhvr>
                                        <p:cTn id="93"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6" grpId="0"/>
      <p:bldP spid="18" grpId="0"/>
      <p:bldP spid="55" grpId="0"/>
      <p:bldP spid="56" grpId="0"/>
      <p:bldP spid="57" grpId="0"/>
      <p:bldP spid="58" grpId="0"/>
      <p:bldP spid="59" grpId="0"/>
      <p:bldP spid="6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3" name="255922"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2"/>
            </p:custDataLst>
          </p:nvPr>
        </p:nvGrpSpPr>
        <p:grpSpPr>
          <a:xfrm>
            <a:off x="0" y="0"/>
            <a:ext cx="12192000" cy="6143625"/>
            <a:chOff x="0" y="0"/>
            <a:chExt cx="12192000" cy="6143625"/>
          </a:xfrm>
        </p:grpSpPr>
        <p:sp>
          <p:nvSpPr>
            <p:cNvPr id="4" name="ïs1íḍê"/>
            <p:cNvSpPr/>
            <p:nvPr/>
          </p:nvSpPr>
          <p:spPr>
            <a:xfrm>
              <a:off x="0" y="0"/>
              <a:ext cx="12192000" cy="3350589"/>
            </a:xfrm>
            <a:prstGeom prst="rect">
              <a:avLst/>
            </a:prstGeom>
            <a:solidFill>
              <a:srgbClr val="E4E6EA"/>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 name="îṩḻíḓé"/>
            <p:cNvSpPr/>
            <p:nvPr/>
          </p:nvSpPr>
          <p:spPr>
            <a:xfrm rot="5400000">
              <a:off x="4331334" y="1811043"/>
              <a:ext cx="3529327" cy="3249723"/>
            </a:xfrm>
            <a:prstGeom prst="homePlate">
              <a:avLst>
                <a:gd name="adj" fmla="val 22102"/>
              </a:avLst>
            </a:prstGeom>
            <a:solidFill>
              <a:schemeClr val="accent1">
                <a:lumMod val="100000"/>
                <a:alpha val="90000"/>
              </a:schemeClr>
            </a:solidFill>
            <a:ln w="38100">
              <a:solidFill>
                <a:schemeClr val="bg1"/>
              </a:solidFill>
            </a:ln>
            <a:effectLst/>
          </p:spPr>
          <p:style>
            <a:lnRef idx="1">
              <a:schemeClr val="accent1"/>
            </a:lnRef>
            <a:fillRef idx="3">
              <a:schemeClr val="accent1"/>
            </a:fillRef>
            <a:effectRef idx="2">
              <a:schemeClr val="accent1"/>
            </a:effectRef>
            <a:fontRef idx="minor">
              <a:schemeClr val="lt1"/>
            </a:fontRef>
          </p:style>
          <p:txBody>
            <a:bodyPr vert="vert270" wrap="square" lIns="91440" tIns="45720" rIns="91440" bIns="45720" rtlCol="0" anchor="ctr" anchorCtr="0">
              <a:normAutofit/>
            </a:bodyPr>
            <a:lstStyle/>
            <a:p>
              <a:pPr algn="ctr"/>
              <a:endParaRPr lang="en-US" sz="1200" dirty="0">
                <a:solidFill>
                  <a:schemeClr val="tx1">
                    <a:lumMod val="65000"/>
                    <a:lumOff val="35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 name="iŝḻîďé"/>
            <p:cNvSpPr/>
            <p:nvPr/>
          </p:nvSpPr>
          <p:spPr bwMode="auto">
            <a:xfrm>
              <a:off x="5785798" y="5562032"/>
              <a:ext cx="620400" cy="581593"/>
            </a:xfrm>
            <a:custGeom>
              <a:avLst/>
              <a:gdLst>
                <a:gd name="connsiteX0" fmla="*/ 325000 h 606722"/>
                <a:gd name="connsiteY0" fmla="*/ 325000 h 606722"/>
                <a:gd name="connsiteX1" fmla="*/ 325000 h 606722"/>
                <a:gd name="connsiteY1" fmla="*/ 325000 h 606722"/>
                <a:gd name="connsiteX2" fmla="*/ 325000 h 606722"/>
                <a:gd name="connsiteY2" fmla="*/ 325000 h 606722"/>
                <a:gd name="connsiteX3" fmla="*/ 325000 h 606722"/>
                <a:gd name="connsiteY3" fmla="*/ 325000 h 606722"/>
                <a:gd name="connsiteX4" fmla="*/ 325000 h 606722"/>
                <a:gd name="connsiteY4" fmla="*/ 325000 h 606722"/>
                <a:gd name="connsiteX5" fmla="*/ 325000 h 606722"/>
                <a:gd name="connsiteY5" fmla="*/ 325000 h 606722"/>
                <a:gd name="connsiteX6" fmla="*/ 325000 h 606722"/>
                <a:gd name="connsiteY6" fmla="*/ 325000 h 606722"/>
                <a:gd name="connsiteX7" fmla="*/ 325000 h 606722"/>
                <a:gd name="connsiteY7" fmla="*/ 325000 h 606722"/>
                <a:gd name="connsiteX8" fmla="*/ 325000 h 606722"/>
                <a:gd name="connsiteY8" fmla="*/ 325000 h 606722"/>
                <a:gd name="connsiteX9" fmla="*/ 325000 h 606722"/>
                <a:gd name="connsiteY9" fmla="*/ 325000 h 606722"/>
                <a:gd name="connsiteX10" fmla="*/ 325000 h 606722"/>
                <a:gd name="connsiteY10" fmla="*/ 325000 h 606722"/>
                <a:gd name="connsiteX11" fmla="*/ 325000 h 606722"/>
                <a:gd name="connsiteY11" fmla="*/ 325000 h 606722"/>
                <a:gd name="connsiteX12" fmla="*/ 325000 h 606722"/>
                <a:gd name="connsiteY12" fmla="*/ 325000 h 606722"/>
                <a:gd name="connsiteX13" fmla="*/ 325000 h 606722"/>
                <a:gd name="connsiteY13" fmla="*/ 325000 h 606722"/>
                <a:gd name="connsiteX14" fmla="*/ 325000 h 606722"/>
                <a:gd name="connsiteY14" fmla="*/ 325000 h 606722"/>
                <a:gd name="connsiteX15" fmla="*/ 325000 h 606722"/>
                <a:gd name="connsiteY15" fmla="*/ 325000 h 606722"/>
                <a:gd name="connsiteX16" fmla="*/ 325000 h 606722"/>
                <a:gd name="connsiteY16" fmla="*/ 32500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6933" h="568969">
                  <a:moveTo>
                    <a:pt x="186787" y="175073"/>
                  </a:moveTo>
                  <a:lnTo>
                    <a:pt x="606933" y="175073"/>
                  </a:lnTo>
                  <a:lnTo>
                    <a:pt x="606933" y="474766"/>
                  </a:lnTo>
                  <a:lnTo>
                    <a:pt x="542311" y="474766"/>
                  </a:lnTo>
                  <a:lnTo>
                    <a:pt x="542311" y="568969"/>
                  </a:lnTo>
                  <a:lnTo>
                    <a:pt x="447978" y="474766"/>
                  </a:lnTo>
                  <a:lnTo>
                    <a:pt x="186787" y="474766"/>
                  </a:lnTo>
                  <a:close/>
                  <a:moveTo>
                    <a:pt x="0" y="0"/>
                  </a:moveTo>
                  <a:lnTo>
                    <a:pt x="420217" y="0"/>
                  </a:lnTo>
                  <a:lnTo>
                    <a:pt x="420217" y="135062"/>
                  </a:lnTo>
                  <a:lnTo>
                    <a:pt x="186797" y="135062"/>
                  </a:lnTo>
                  <a:lnTo>
                    <a:pt x="146776" y="135062"/>
                  </a:lnTo>
                  <a:lnTo>
                    <a:pt x="146776" y="175021"/>
                  </a:lnTo>
                  <a:lnTo>
                    <a:pt x="146776" y="311880"/>
                  </a:lnTo>
                  <a:lnTo>
                    <a:pt x="64634" y="393896"/>
                  </a:lnTo>
                  <a:lnTo>
                    <a:pt x="64634" y="299693"/>
                  </a:lnTo>
                  <a:lnTo>
                    <a:pt x="0" y="299693"/>
                  </a:lnTo>
                  <a:close/>
                </a:path>
              </a:pathLst>
            </a:custGeom>
            <a:solidFill>
              <a:schemeClr val="accent1">
                <a:lumMod val="100000"/>
              </a:schemeClr>
            </a:solidFill>
            <a:ln>
              <a:noFill/>
            </a:ln>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14" name="任意多边形: 形状 13"/>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accent1">
              <a:lumMod val="100000"/>
            </a:schemeClr>
          </a:solidFill>
          <a:ln w="38100">
            <a:solidFill>
              <a:schemeClr val="accent1">
                <a:lumMod val="10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15" name="图片 1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7941" y="569481"/>
            <a:ext cx="618131" cy="618131"/>
          </a:xfrm>
          <a:prstGeom prst="rect">
            <a:avLst/>
          </a:prstGeom>
        </p:spPr>
      </p:pic>
      <p:sp>
        <p:nvSpPr>
          <p:cNvPr id="16" name="矩形 15"/>
          <p:cNvSpPr/>
          <p:nvPr/>
        </p:nvSpPr>
        <p:spPr>
          <a:xfrm>
            <a:off x="1308200" y="657873"/>
            <a:ext cx="2215671"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4.2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应用前景</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7" name="矩形 16"/>
          <p:cNvSpPr/>
          <p:nvPr/>
        </p:nvSpPr>
        <p:spPr>
          <a:xfrm>
            <a:off x="4612640" y="2014972"/>
            <a:ext cx="2962390" cy="1092607"/>
          </a:xfrm>
          <a:prstGeom prst="rect">
            <a:avLst/>
          </a:prstGeom>
        </p:spPr>
        <p:txBody>
          <a:bodyPr wrap="square">
            <a:spAutoFit/>
          </a:bodyPr>
          <a:lstStyle/>
          <a:p>
            <a:pPr marL="285750" indent="-285750" algn="ctr">
              <a:lnSpc>
                <a:spcPct val="150000"/>
              </a:lnSpc>
              <a:spcAft>
                <a:spcPts val="600"/>
              </a:spcAft>
              <a:buFont typeface="Wingdings" panose="05000000000000000000" pitchFamily="2" charset="2"/>
              <a:buChar char="l"/>
            </a:pPr>
            <a:r>
              <a:rPr lang="zh-CN" altLang="en-US" sz="16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请输入您的正文内容请输入您的正文内容请输入您的正文内容请输入您的正文内容</a:t>
            </a:r>
            <a:endParaRPr lang="en-US" altLang="zh-CN"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8" name="矩形 17"/>
          <p:cNvSpPr/>
          <p:nvPr/>
        </p:nvSpPr>
        <p:spPr>
          <a:xfrm>
            <a:off x="4612640" y="3383697"/>
            <a:ext cx="2962390" cy="617285"/>
          </a:xfrm>
          <a:prstGeom prst="rect">
            <a:avLst/>
          </a:prstGeom>
        </p:spPr>
        <p:txBody>
          <a:bodyPr wrap="square">
            <a:spAutoFit/>
          </a:bodyPr>
          <a:lstStyle/>
          <a:p>
            <a:pPr algn="ctr">
              <a:lnSpc>
                <a:spcPct val="150000"/>
              </a:lnSpc>
            </a:pPr>
            <a:r>
              <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请输入您的正文内容请输入您的正文内容请输入您的正文内容请输入您的正文内容</a:t>
            </a:r>
            <a:endParaRPr lang="en-US" altLang="zh-CN"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9" name="矩形 18"/>
          <p:cNvSpPr/>
          <p:nvPr/>
        </p:nvSpPr>
        <p:spPr>
          <a:xfrm>
            <a:off x="502170" y="4477966"/>
            <a:ext cx="2962390" cy="1369606"/>
          </a:xfrm>
          <a:prstGeom prst="rect">
            <a:avLst/>
          </a:prstGeom>
        </p:spPr>
        <p:txBody>
          <a:bodyPr wrap="square">
            <a:spAutoFit/>
          </a:bodyPr>
          <a:lstStyle/>
          <a:p>
            <a:pPr marL="285750" indent="-285750">
              <a:lnSpc>
                <a:spcPct val="150000"/>
              </a:lnSpc>
              <a:spcAft>
                <a:spcPts val="600"/>
              </a:spcAft>
              <a:buFont typeface="Wingdings" panose="05000000000000000000" pitchFamily="2" charset="2"/>
              <a:buChar char="l"/>
            </a:pPr>
            <a:r>
              <a:rPr lang="zh-CN" altLang="en-US" sz="16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0" name="矩形 19"/>
          <p:cNvSpPr/>
          <p:nvPr/>
        </p:nvSpPr>
        <p:spPr>
          <a:xfrm>
            <a:off x="4612640" y="4260521"/>
            <a:ext cx="2962390" cy="340286"/>
          </a:xfrm>
          <a:prstGeom prst="rect">
            <a:avLst/>
          </a:prstGeom>
        </p:spPr>
        <p:txBody>
          <a:bodyPr wrap="square">
            <a:spAutoFit/>
          </a:bodyPr>
          <a:lstStyle/>
          <a:p>
            <a:pPr algn="ctr">
              <a:lnSpc>
                <a:spcPct val="150000"/>
              </a:lnSpc>
            </a:pPr>
            <a:r>
              <a:rPr lang="en-US" altLang="zh-CN"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a:t>
            </a:r>
          </a:p>
        </p:txBody>
      </p:sp>
      <p:sp>
        <p:nvSpPr>
          <p:cNvPr id="21" name="矩形 20"/>
          <p:cNvSpPr/>
          <p:nvPr/>
        </p:nvSpPr>
        <p:spPr>
          <a:xfrm>
            <a:off x="8727435" y="4466068"/>
            <a:ext cx="2962390" cy="1369606"/>
          </a:xfrm>
          <a:prstGeom prst="rect">
            <a:avLst/>
          </a:prstGeom>
        </p:spPr>
        <p:txBody>
          <a:bodyPr wrap="square">
            <a:spAutoFit/>
          </a:bodyPr>
          <a:lstStyle/>
          <a:p>
            <a:pPr marL="285750" indent="-285750" algn="r">
              <a:lnSpc>
                <a:spcPct val="150000"/>
              </a:lnSpc>
              <a:spcAft>
                <a:spcPts val="600"/>
              </a:spcAft>
              <a:buFont typeface="Wingdings" panose="05000000000000000000" pitchFamily="2" charset="2"/>
              <a:buChar char="l"/>
            </a:pPr>
            <a:r>
              <a:rPr lang="zh-CN" altLang="en-US" sz="16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任意多边形: 形状 12"/>
          <p:cNvSpPr/>
          <p:nvPr/>
        </p:nvSpPr>
        <p:spPr>
          <a:xfrm>
            <a:off x="2965173" y="2922324"/>
            <a:ext cx="6261654" cy="134863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bg1"/>
          </a:solidFill>
          <a:ln w="38100">
            <a:solidFill>
              <a:schemeClr val="accent1">
                <a:lumMod val="10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矩形 8"/>
          <p:cNvSpPr/>
          <p:nvPr/>
        </p:nvSpPr>
        <p:spPr>
          <a:xfrm>
            <a:off x="4161570" y="3271730"/>
            <a:ext cx="3868860" cy="646331"/>
          </a:xfrm>
          <a:prstGeom prst="rect">
            <a:avLst/>
          </a:prstGeom>
        </p:spPr>
        <p:txBody>
          <a:bodyPr wrap="square">
            <a:spAutoFit/>
          </a:bodyPr>
          <a:lstStyle/>
          <a:p>
            <a:pPr lvl="0" algn="ctr">
              <a:defRPr/>
            </a:pPr>
            <a:r>
              <a:rPr lang="en-US" altLang="zh-CN" sz="36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5. </a:t>
            </a:r>
            <a:r>
              <a:rPr lang="zh-CN" altLang="en-US" sz="3600" b="1" dirty="0">
                <a:solidFill>
                  <a:prstClr val="black"/>
                </a:solidFill>
                <a:latin typeface="字魂105号-简雅黑" panose="00000500000000000000" pitchFamily="2" charset="-122"/>
                <a:ea typeface="字魂105号-简雅黑" panose="00000500000000000000" pitchFamily="2" charset="-122"/>
                <a:sym typeface="字魂105号-简雅黑" panose="00000500000000000000" pitchFamily="2" charset="-122"/>
              </a:rPr>
              <a:t>论文总结</a:t>
            </a:r>
            <a:endParaRPr kumimoji="0" lang="zh-CN" altLang="en-US" sz="3600" b="0" i="0" u="none" strike="noStrike" kern="1200" cap="none" spc="0" normalizeH="0" baseline="0" noProof="0" dirty="0">
              <a:ln>
                <a:noFill/>
              </a:ln>
              <a:solidFill>
                <a:prstClr val="black"/>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183077"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2"/>
            </p:custDataLst>
          </p:nvPr>
        </p:nvGrpSpPr>
        <p:grpSpPr>
          <a:xfrm>
            <a:off x="3649576" y="1125538"/>
            <a:ext cx="4893118" cy="5018087"/>
            <a:chOff x="3649576" y="1125538"/>
            <a:chExt cx="4893118" cy="5018087"/>
          </a:xfrm>
        </p:grpSpPr>
        <p:sp>
          <p:nvSpPr>
            <p:cNvPr id="4" name="ïS1ïḋê"/>
            <p:cNvSpPr/>
            <p:nvPr/>
          </p:nvSpPr>
          <p:spPr bwMode="auto">
            <a:xfrm>
              <a:off x="3649576" y="2025357"/>
              <a:ext cx="1875636" cy="4118268"/>
            </a:xfrm>
            <a:custGeom>
              <a:avLst/>
              <a:gdLst>
                <a:gd name="T0" fmla="*/ 697 w 918"/>
                <a:gd name="T1" fmla="*/ 2015 h 2015"/>
                <a:gd name="T2" fmla="*/ 697 w 918"/>
                <a:gd name="T3" fmla="*/ 623 h 2015"/>
                <a:gd name="T4" fmla="*/ 918 w 918"/>
                <a:gd name="T5" fmla="*/ 623 h 2015"/>
                <a:gd name="T6" fmla="*/ 460 w 918"/>
                <a:gd name="T7" fmla="*/ 0 h 2015"/>
                <a:gd name="T8" fmla="*/ 0 w 918"/>
                <a:gd name="T9" fmla="*/ 623 h 2015"/>
                <a:gd name="T10" fmla="*/ 223 w 918"/>
                <a:gd name="T11" fmla="*/ 623 h 2015"/>
                <a:gd name="T12" fmla="*/ 223 w 918"/>
                <a:gd name="T13" fmla="*/ 800 h 2015"/>
              </a:gdLst>
              <a:ahLst/>
              <a:cxnLst>
                <a:cxn ang="0">
                  <a:pos x="T0" y="T1"/>
                </a:cxn>
                <a:cxn ang="0">
                  <a:pos x="T2" y="T3"/>
                </a:cxn>
                <a:cxn ang="0">
                  <a:pos x="T4" y="T5"/>
                </a:cxn>
                <a:cxn ang="0">
                  <a:pos x="T6" y="T7"/>
                </a:cxn>
                <a:cxn ang="0">
                  <a:pos x="T8" y="T9"/>
                </a:cxn>
                <a:cxn ang="0">
                  <a:pos x="T10" y="T11"/>
                </a:cxn>
                <a:cxn ang="0">
                  <a:pos x="T12" y="T13"/>
                </a:cxn>
              </a:cxnLst>
              <a:rect l="0" t="0" r="r" b="b"/>
              <a:pathLst>
                <a:path w="918" h="2015">
                  <a:moveTo>
                    <a:pt x="697" y="2015"/>
                  </a:moveTo>
                  <a:lnTo>
                    <a:pt x="697" y="623"/>
                  </a:lnTo>
                  <a:lnTo>
                    <a:pt x="918" y="623"/>
                  </a:lnTo>
                  <a:lnTo>
                    <a:pt x="460" y="0"/>
                  </a:lnTo>
                  <a:lnTo>
                    <a:pt x="0" y="623"/>
                  </a:lnTo>
                  <a:lnTo>
                    <a:pt x="223" y="623"/>
                  </a:lnTo>
                  <a:lnTo>
                    <a:pt x="223" y="800"/>
                  </a:lnTo>
                </a:path>
              </a:pathLst>
            </a:custGeom>
            <a:noFill/>
            <a:ln w="20638" cap="rnd">
              <a:solidFill>
                <a:schemeClr val="accent1">
                  <a:lumMod val="100000"/>
                </a:schemeClr>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5" name="iş1îḋé" title="MJ8JxobmQhO5YsZmEcy6DZVp0AZTfE39zvT5PAyas4bMl"/>
            <p:cNvGrpSpPr/>
            <p:nvPr/>
          </p:nvGrpSpPr>
          <p:grpSpPr>
            <a:xfrm>
              <a:off x="3825940" y="3633325"/>
              <a:ext cx="549546" cy="549542"/>
              <a:chOff x="2406923" y="2845390"/>
              <a:chExt cx="571222" cy="571221"/>
            </a:xfrm>
          </p:grpSpPr>
          <p:sp>
            <p:nvSpPr>
              <p:cNvPr id="14" name="îṥliḑe"/>
              <p:cNvSpPr/>
              <p:nvPr/>
            </p:nvSpPr>
            <p:spPr>
              <a:xfrm>
                <a:off x="2406923" y="2845390"/>
                <a:ext cx="571222" cy="571221"/>
              </a:xfrm>
              <a:prstGeom prst="ellipse">
                <a:avLst/>
              </a:prstGeom>
              <a:solidFill>
                <a:schemeClr val="accent1">
                  <a:lumMod val="100000"/>
                </a:schemeClr>
              </a:solidFill>
              <a:ln w="38100">
                <a:noFill/>
              </a:ln>
            </p:spPr>
            <p:style>
              <a:lnRef idx="2">
                <a:schemeClr val="dk1"/>
              </a:lnRef>
              <a:fillRef idx="1">
                <a:schemeClr val="lt1"/>
              </a:fillRef>
              <a:effectRef idx="0">
                <a:schemeClr val="dk1"/>
              </a:effectRef>
              <a:fontRef idx="minor">
                <a:schemeClr val="dk1"/>
              </a:fontRef>
            </p:style>
            <p:txBody>
              <a:bodyPr anchor="ctr"/>
              <a:lstStyle>
                <a:defPPr>
                  <a:defRPr lang="zh-CN"/>
                </a:defPPr>
                <a:lvl1pPr marL="0" algn="l" defTabSz="914400" rtl="0" eaLnBrk="1" latinLnBrk="0" hangingPunct="1">
                  <a:defRPr sz="1800" kern="1200">
                    <a:solidFill>
                      <a:schemeClr val="dk1"/>
                    </a:solidFill>
                  </a:defRPr>
                </a:lvl1pPr>
                <a:lvl2pPr marL="457200" algn="l" defTabSz="914400" rtl="0" eaLnBrk="1" latinLnBrk="0" hangingPunct="1">
                  <a:defRPr sz="1800" kern="1200">
                    <a:solidFill>
                      <a:schemeClr val="dk1"/>
                    </a:solidFill>
                  </a:defRPr>
                </a:lvl2pPr>
                <a:lvl3pPr marL="914400" algn="l" defTabSz="914400" rtl="0" eaLnBrk="1" latinLnBrk="0" hangingPunct="1">
                  <a:defRPr sz="1800" kern="1200">
                    <a:solidFill>
                      <a:schemeClr val="dk1"/>
                    </a:solidFill>
                  </a:defRPr>
                </a:lvl3pPr>
                <a:lvl4pPr marL="1371600" algn="l" defTabSz="914400" rtl="0" eaLnBrk="1" latinLnBrk="0" hangingPunct="1">
                  <a:defRPr sz="1800" kern="1200">
                    <a:solidFill>
                      <a:schemeClr val="dk1"/>
                    </a:solidFill>
                  </a:defRPr>
                </a:lvl4pPr>
                <a:lvl5pPr marL="1828800" algn="l" defTabSz="914400" rtl="0" eaLnBrk="1" latinLnBrk="0" hangingPunct="1">
                  <a:defRPr sz="1800" kern="1200">
                    <a:solidFill>
                      <a:schemeClr val="dk1"/>
                    </a:solidFill>
                  </a:defRPr>
                </a:lvl5pPr>
                <a:lvl6pPr marL="2286000" algn="l" defTabSz="914400" rtl="0" eaLnBrk="1" latinLnBrk="0" hangingPunct="1">
                  <a:defRPr sz="1800" kern="1200">
                    <a:solidFill>
                      <a:schemeClr val="dk1"/>
                    </a:solidFill>
                  </a:defRPr>
                </a:lvl6pPr>
                <a:lvl7pPr marL="2743200" algn="l" defTabSz="914400" rtl="0" eaLnBrk="1" latinLnBrk="0" hangingPunct="1">
                  <a:defRPr sz="1800" kern="1200">
                    <a:solidFill>
                      <a:schemeClr val="dk1"/>
                    </a:solidFill>
                  </a:defRPr>
                </a:lvl7pPr>
                <a:lvl8pPr marL="3200400" algn="l" defTabSz="914400" rtl="0" eaLnBrk="1" latinLnBrk="0" hangingPunct="1">
                  <a:defRPr sz="1800" kern="1200">
                    <a:solidFill>
                      <a:schemeClr val="dk1"/>
                    </a:solidFill>
                  </a:defRPr>
                </a:lvl8pPr>
                <a:lvl9pPr marL="3657600" algn="l" defTabSz="914400" rtl="0" eaLnBrk="1" latinLnBrk="0" hangingPunct="1">
                  <a:defRPr sz="1800" kern="1200">
                    <a:solidFill>
                      <a:schemeClr val="dk1"/>
                    </a:solidFill>
                  </a:defRPr>
                </a:lvl9pPr>
              </a:lstStyle>
              <a:p>
                <a:pPr algn="ctr"/>
                <a:endParaRPr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5" name="iŝliďé" title="ry6MHxwOH8WsTKLSa514qPVJnvhhWFnRDjZGIbRZNsFBp"/>
              <p:cNvSpPr/>
              <p:nvPr/>
            </p:nvSpPr>
            <p:spPr bwMode="auto">
              <a:xfrm>
                <a:off x="2540113" y="3023891"/>
                <a:ext cx="304842" cy="214214"/>
              </a:xfrm>
              <a:custGeom>
                <a:avLst/>
                <a:gdLst>
                  <a:gd name="connsiteX0" fmla="*/ 450100 w 607639"/>
                  <a:gd name="connsiteY0" fmla="*/ 313203 h 426991"/>
                  <a:gd name="connsiteX1" fmla="*/ 450100 w 607639"/>
                  <a:gd name="connsiteY1" fmla="*/ 403167 h 426991"/>
                  <a:gd name="connsiteX2" fmla="*/ 585744 w 607639"/>
                  <a:gd name="connsiteY2" fmla="*/ 403167 h 426991"/>
                  <a:gd name="connsiteX3" fmla="*/ 586100 w 607639"/>
                  <a:gd name="connsiteY3" fmla="*/ 313203 h 426991"/>
                  <a:gd name="connsiteX4" fmla="*/ 530294 w 607639"/>
                  <a:gd name="connsiteY4" fmla="*/ 313203 h 426991"/>
                  <a:gd name="connsiteX5" fmla="*/ 530116 w 607639"/>
                  <a:gd name="connsiteY5" fmla="*/ 313203 h 426991"/>
                  <a:gd name="connsiteX6" fmla="*/ 529760 w 607639"/>
                  <a:gd name="connsiteY6" fmla="*/ 313203 h 426991"/>
                  <a:gd name="connsiteX7" fmla="*/ 450901 w 607639"/>
                  <a:gd name="connsiteY7" fmla="*/ 313203 h 426991"/>
                  <a:gd name="connsiteX8" fmla="*/ 236309 w 607639"/>
                  <a:gd name="connsiteY8" fmla="*/ 313203 h 426991"/>
                  <a:gd name="connsiteX9" fmla="*/ 236309 w 607639"/>
                  <a:gd name="connsiteY9" fmla="*/ 403167 h 426991"/>
                  <a:gd name="connsiteX10" fmla="*/ 371953 w 607639"/>
                  <a:gd name="connsiteY10" fmla="*/ 403167 h 426991"/>
                  <a:gd name="connsiteX11" fmla="*/ 372754 w 607639"/>
                  <a:gd name="connsiteY11" fmla="*/ 313203 h 426991"/>
                  <a:gd name="connsiteX12" fmla="*/ 237110 w 607639"/>
                  <a:gd name="connsiteY12" fmla="*/ 313203 h 426991"/>
                  <a:gd name="connsiteX13" fmla="*/ 22519 w 607639"/>
                  <a:gd name="connsiteY13" fmla="*/ 313203 h 426991"/>
                  <a:gd name="connsiteX14" fmla="*/ 22519 w 607639"/>
                  <a:gd name="connsiteY14" fmla="*/ 403167 h 426991"/>
                  <a:gd name="connsiteX15" fmla="*/ 158163 w 607639"/>
                  <a:gd name="connsiteY15" fmla="*/ 403167 h 426991"/>
                  <a:gd name="connsiteX16" fmla="*/ 158964 w 607639"/>
                  <a:gd name="connsiteY16" fmla="*/ 313203 h 426991"/>
                  <a:gd name="connsiteX17" fmla="*/ 91498 w 607639"/>
                  <a:gd name="connsiteY17" fmla="*/ 313203 h 426991"/>
                  <a:gd name="connsiteX18" fmla="*/ 91231 w 607639"/>
                  <a:gd name="connsiteY18" fmla="*/ 313203 h 426991"/>
                  <a:gd name="connsiteX19" fmla="*/ 90964 w 607639"/>
                  <a:gd name="connsiteY19" fmla="*/ 313203 h 426991"/>
                  <a:gd name="connsiteX20" fmla="*/ 23320 w 607639"/>
                  <a:gd name="connsiteY20" fmla="*/ 313203 h 426991"/>
                  <a:gd name="connsiteX21" fmla="*/ 91409 w 607639"/>
                  <a:gd name="connsiteY21" fmla="*/ 224751 h 426991"/>
                  <a:gd name="connsiteX22" fmla="*/ 530294 w 607639"/>
                  <a:gd name="connsiteY22" fmla="*/ 224751 h 426991"/>
                  <a:gd name="connsiteX23" fmla="*/ 540084 w 607639"/>
                  <a:gd name="connsiteY23" fmla="*/ 234530 h 426991"/>
                  <a:gd name="connsiteX24" fmla="*/ 540084 w 607639"/>
                  <a:gd name="connsiteY24" fmla="*/ 292135 h 426991"/>
                  <a:gd name="connsiteX25" fmla="*/ 586456 w 607639"/>
                  <a:gd name="connsiteY25" fmla="*/ 292135 h 426991"/>
                  <a:gd name="connsiteX26" fmla="*/ 607639 w 607639"/>
                  <a:gd name="connsiteY26" fmla="*/ 313203 h 426991"/>
                  <a:gd name="connsiteX27" fmla="*/ 607639 w 607639"/>
                  <a:gd name="connsiteY27" fmla="*/ 403167 h 426991"/>
                  <a:gd name="connsiteX28" fmla="*/ 586456 w 607639"/>
                  <a:gd name="connsiteY28" fmla="*/ 426991 h 426991"/>
                  <a:gd name="connsiteX29" fmla="*/ 451524 w 607639"/>
                  <a:gd name="connsiteY29" fmla="*/ 426991 h 426991"/>
                  <a:gd name="connsiteX30" fmla="*/ 427582 w 607639"/>
                  <a:gd name="connsiteY30" fmla="*/ 403167 h 426991"/>
                  <a:gd name="connsiteX31" fmla="*/ 427582 w 607639"/>
                  <a:gd name="connsiteY31" fmla="*/ 313203 h 426991"/>
                  <a:gd name="connsiteX32" fmla="*/ 451524 w 607639"/>
                  <a:gd name="connsiteY32" fmla="*/ 292135 h 426991"/>
                  <a:gd name="connsiteX33" fmla="*/ 517566 w 607639"/>
                  <a:gd name="connsiteY33" fmla="*/ 292135 h 426991"/>
                  <a:gd name="connsiteX34" fmla="*/ 517566 w 607639"/>
                  <a:gd name="connsiteY34" fmla="*/ 247242 h 426991"/>
                  <a:gd name="connsiteX35" fmla="*/ 315079 w 607639"/>
                  <a:gd name="connsiteY35" fmla="*/ 247242 h 426991"/>
                  <a:gd name="connsiteX36" fmla="*/ 315079 w 607639"/>
                  <a:gd name="connsiteY36" fmla="*/ 292135 h 426991"/>
                  <a:gd name="connsiteX37" fmla="*/ 372665 w 607639"/>
                  <a:gd name="connsiteY37" fmla="*/ 292135 h 426991"/>
                  <a:gd name="connsiteX38" fmla="*/ 393849 w 607639"/>
                  <a:gd name="connsiteY38" fmla="*/ 313203 h 426991"/>
                  <a:gd name="connsiteX39" fmla="*/ 393849 w 607639"/>
                  <a:gd name="connsiteY39" fmla="*/ 403167 h 426991"/>
                  <a:gd name="connsiteX40" fmla="*/ 372665 w 607639"/>
                  <a:gd name="connsiteY40" fmla="*/ 426991 h 426991"/>
                  <a:gd name="connsiteX41" fmla="*/ 237733 w 607639"/>
                  <a:gd name="connsiteY41" fmla="*/ 426991 h 426991"/>
                  <a:gd name="connsiteX42" fmla="*/ 213791 w 607639"/>
                  <a:gd name="connsiteY42" fmla="*/ 403167 h 426991"/>
                  <a:gd name="connsiteX43" fmla="*/ 213791 w 607639"/>
                  <a:gd name="connsiteY43" fmla="*/ 313203 h 426991"/>
                  <a:gd name="connsiteX44" fmla="*/ 237733 w 607639"/>
                  <a:gd name="connsiteY44" fmla="*/ 292135 h 426991"/>
                  <a:gd name="connsiteX45" fmla="*/ 292561 w 607639"/>
                  <a:gd name="connsiteY45" fmla="*/ 292135 h 426991"/>
                  <a:gd name="connsiteX46" fmla="*/ 292561 w 607639"/>
                  <a:gd name="connsiteY46" fmla="*/ 247242 h 426991"/>
                  <a:gd name="connsiteX47" fmla="*/ 101288 w 607639"/>
                  <a:gd name="connsiteY47" fmla="*/ 247242 h 426991"/>
                  <a:gd name="connsiteX48" fmla="*/ 101288 w 607639"/>
                  <a:gd name="connsiteY48" fmla="*/ 292135 h 426991"/>
                  <a:gd name="connsiteX49" fmla="*/ 158875 w 607639"/>
                  <a:gd name="connsiteY49" fmla="*/ 292135 h 426991"/>
                  <a:gd name="connsiteX50" fmla="*/ 180058 w 607639"/>
                  <a:gd name="connsiteY50" fmla="*/ 313203 h 426991"/>
                  <a:gd name="connsiteX51" fmla="*/ 180058 w 607639"/>
                  <a:gd name="connsiteY51" fmla="*/ 403167 h 426991"/>
                  <a:gd name="connsiteX52" fmla="*/ 158875 w 607639"/>
                  <a:gd name="connsiteY52" fmla="*/ 426991 h 426991"/>
                  <a:gd name="connsiteX53" fmla="*/ 24032 w 607639"/>
                  <a:gd name="connsiteY53" fmla="*/ 426991 h 426991"/>
                  <a:gd name="connsiteX54" fmla="*/ 0 w 607639"/>
                  <a:gd name="connsiteY54" fmla="*/ 403167 h 426991"/>
                  <a:gd name="connsiteX55" fmla="*/ 0 w 607639"/>
                  <a:gd name="connsiteY55" fmla="*/ 313203 h 426991"/>
                  <a:gd name="connsiteX56" fmla="*/ 24032 w 607639"/>
                  <a:gd name="connsiteY56" fmla="*/ 292135 h 426991"/>
                  <a:gd name="connsiteX57" fmla="*/ 78770 w 607639"/>
                  <a:gd name="connsiteY57" fmla="*/ 292135 h 426991"/>
                  <a:gd name="connsiteX58" fmla="*/ 78770 w 607639"/>
                  <a:gd name="connsiteY58" fmla="*/ 234530 h 426991"/>
                  <a:gd name="connsiteX59" fmla="*/ 91409 w 607639"/>
                  <a:gd name="connsiteY59" fmla="*/ 224751 h 426991"/>
                  <a:gd name="connsiteX60" fmla="*/ 236326 w 607639"/>
                  <a:gd name="connsiteY60" fmla="*/ 21066 h 426991"/>
                  <a:gd name="connsiteX61" fmla="*/ 236326 w 607639"/>
                  <a:gd name="connsiteY61" fmla="*/ 111021 h 426991"/>
                  <a:gd name="connsiteX62" fmla="*/ 371758 w 607639"/>
                  <a:gd name="connsiteY62" fmla="*/ 111021 h 426991"/>
                  <a:gd name="connsiteX63" fmla="*/ 372380 w 607639"/>
                  <a:gd name="connsiteY63" fmla="*/ 21066 h 426991"/>
                  <a:gd name="connsiteX64" fmla="*/ 237127 w 607639"/>
                  <a:gd name="connsiteY64" fmla="*/ 21066 h 426991"/>
                  <a:gd name="connsiteX65" fmla="*/ 237750 w 607639"/>
                  <a:gd name="connsiteY65" fmla="*/ 0 h 426991"/>
                  <a:gd name="connsiteX66" fmla="*/ 372647 w 607639"/>
                  <a:gd name="connsiteY66" fmla="*/ 0 h 426991"/>
                  <a:gd name="connsiteX67" fmla="*/ 393825 w 607639"/>
                  <a:gd name="connsiteY67" fmla="*/ 21066 h 426991"/>
                  <a:gd name="connsiteX68" fmla="*/ 393825 w 607639"/>
                  <a:gd name="connsiteY68" fmla="*/ 111021 h 426991"/>
                  <a:gd name="connsiteX69" fmla="*/ 372647 w 607639"/>
                  <a:gd name="connsiteY69" fmla="*/ 134843 h 426991"/>
                  <a:gd name="connsiteX70" fmla="*/ 315076 w 607639"/>
                  <a:gd name="connsiteY70" fmla="*/ 134843 h 426991"/>
                  <a:gd name="connsiteX71" fmla="*/ 315076 w 607639"/>
                  <a:gd name="connsiteY71" fmla="*/ 191020 h 426991"/>
                  <a:gd name="connsiteX72" fmla="*/ 292563 w 607639"/>
                  <a:gd name="connsiteY72" fmla="*/ 191020 h 426991"/>
                  <a:gd name="connsiteX73" fmla="*/ 292563 w 607639"/>
                  <a:gd name="connsiteY73" fmla="*/ 134843 h 426991"/>
                  <a:gd name="connsiteX74" fmla="*/ 237750 w 607639"/>
                  <a:gd name="connsiteY74" fmla="*/ 134843 h 426991"/>
                  <a:gd name="connsiteX75" fmla="*/ 213813 w 607639"/>
                  <a:gd name="connsiteY75" fmla="*/ 111021 h 426991"/>
                  <a:gd name="connsiteX76" fmla="*/ 213813 w 607639"/>
                  <a:gd name="connsiteY76" fmla="*/ 21066 h 426991"/>
                  <a:gd name="connsiteX77" fmla="*/ 237750 w 607639"/>
                  <a:gd name="connsiteY77" fmla="*/ 0 h 426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607639" h="426991">
                    <a:moveTo>
                      <a:pt x="450100" y="313203"/>
                    </a:moveTo>
                    <a:lnTo>
                      <a:pt x="450100" y="403167"/>
                    </a:lnTo>
                    <a:lnTo>
                      <a:pt x="585744" y="403167"/>
                    </a:lnTo>
                    <a:lnTo>
                      <a:pt x="586100" y="313203"/>
                    </a:lnTo>
                    <a:lnTo>
                      <a:pt x="530294" y="313203"/>
                    </a:lnTo>
                    <a:cubicBezTo>
                      <a:pt x="530294" y="313203"/>
                      <a:pt x="530116" y="313203"/>
                      <a:pt x="530116" y="313203"/>
                    </a:cubicBezTo>
                    <a:cubicBezTo>
                      <a:pt x="530027" y="313203"/>
                      <a:pt x="529849" y="313203"/>
                      <a:pt x="529760" y="313203"/>
                    </a:cubicBezTo>
                    <a:lnTo>
                      <a:pt x="450901" y="313203"/>
                    </a:lnTo>
                    <a:close/>
                    <a:moveTo>
                      <a:pt x="236309" y="313203"/>
                    </a:moveTo>
                    <a:lnTo>
                      <a:pt x="236309" y="403167"/>
                    </a:lnTo>
                    <a:lnTo>
                      <a:pt x="371953" y="403167"/>
                    </a:lnTo>
                    <a:lnTo>
                      <a:pt x="372754" y="313203"/>
                    </a:lnTo>
                    <a:lnTo>
                      <a:pt x="237110" y="313203"/>
                    </a:lnTo>
                    <a:close/>
                    <a:moveTo>
                      <a:pt x="22519" y="313203"/>
                    </a:moveTo>
                    <a:lnTo>
                      <a:pt x="22519" y="403167"/>
                    </a:lnTo>
                    <a:lnTo>
                      <a:pt x="158163" y="403167"/>
                    </a:lnTo>
                    <a:lnTo>
                      <a:pt x="158964" y="313203"/>
                    </a:lnTo>
                    <a:lnTo>
                      <a:pt x="91498" y="313203"/>
                    </a:lnTo>
                    <a:cubicBezTo>
                      <a:pt x="91409" y="313203"/>
                      <a:pt x="91320" y="313203"/>
                      <a:pt x="91231" y="313203"/>
                    </a:cubicBezTo>
                    <a:cubicBezTo>
                      <a:pt x="91231" y="313203"/>
                      <a:pt x="90964" y="313203"/>
                      <a:pt x="90964" y="313203"/>
                    </a:cubicBezTo>
                    <a:lnTo>
                      <a:pt x="23320" y="313203"/>
                    </a:lnTo>
                    <a:close/>
                    <a:moveTo>
                      <a:pt x="91409" y="224751"/>
                    </a:moveTo>
                    <a:lnTo>
                      <a:pt x="530294" y="224751"/>
                    </a:lnTo>
                    <a:cubicBezTo>
                      <a:pt x="536435" y="224751"/>
                      <a:pt x="540084" y="228396"/>
                      <a:pt x="540084" y="234530"/>
                    </a:cubicBezTo>
                    <a:lnTo>
                      <a:pt x="540084" y="292135"/>
                    </a:lnTo>
                    <a:lnTo>
                      <a:pt x="586456" y="292135"/>
                    </a:lnTo>
                    <a:cubicBezTo>
                      <a:pt x="598917" y="292135"/>
                      <a:pt x="607639" y="300847"/>
                      <a:pt x="607639" y="313203"/>
                    </a:cubicBezTo>
                    <a:lnTo>
                      <a:pt x="607639" y="403167"/>
                    </a:lnTo>
                    <a:cubicBezTo>
                      <a:pt x="607639" y="415524"/>
                      <a:pt x="598917" y="426991"/>
                      <a:pt x="586456" y="426991"/>
                    </a:cubicBezTo>
                    <a:lnTo>
                      <a:pt x="451524" y="426991"/>
                    </a:lnTo>
                    <a:cubicBezTo>
                      <a:pt x="439152" y="426991"/>
                      <a:pt x="427582" y="415524"/>
                      <a:pt x="427582" y="403167"/>
                    </a:cubicBezTo>
                    <a:lnTo>
                      <a:pt x="427582" y="313203"/>
                    </a:lnTo>
                    <a:cubicBezTo>
                      <a:pt x="427582" y="300847"/>
                      <a:pt x="439152" y="292135"/>
                      <a:pt x="451524" y="292135"/>
                    </a:cubicBezTo>
                    <a:lnTo>
                      <a:pt x="517566" y="292135"/>
                    </a:lnTo>
                    <a:lnTo>
                      <a:pt x="517566" y="247242"/>
                    </a:lnTo>
                    <a:lnTo>
                      <a:pt x="315079" y="247242"/>
                    </a:lnTo>
                    <a:lnTo>
                      <a:pt x="315079" y="292135"/>
                    </a:lnTo>
                    <a:lnTo>
                      <a:pt x="372665" y="292135"/>
                    </a:lnTo>
                    <a:cubicBezTo>
                      <a:pt x="385126" y="292135"/>
                      <a:pt x="393849" y="300847"/>
                      <a:pt x="393849" y="313203"/>
                    </a:cubicBezTo>
                    <a:lnTo>
                      <a:pt x="393849" y="403167"/>
                    </a:lnTo>
                    <a:cubicBezTo>
                      <a:pt x="393849" y="415524"/>
                      <a:pt x="385126" y="426991"/>
                      <a:pt x="372665" y="426991"/>
                    </a:cubicBezTo>
                    <a:lnTo>
                      <a:pt x="237733" y="426991"/>
                    </a:lnTo>
                    <a:cubicBezTo>
                      <a:pt x="225362" y="426991"/>
                      <a:pt x="213791" y="415524"/>
                      <a:pt x="213791" y="403167"/>
                    </a:cubicBezTo>
                    <a:lnTo>
                      <a:pt x="213791" y="313203"/>
                    </a:lnTo>
                    <a:cubicBezTo>
                      <a:pt x="213791" y="300847"/>
                      <a:pt x="225362" y="292135"/>
                      <a:pt x="237733" y="292135"/>
                    </a:cubicBezTo>
                    <a:lnTo>
                      <a:pt x="292561" y="292135"/>
                    </a:lnTo>
                    <a:lnTo>
                      <a:pt x="292561" y="247242"/>
                    </a:lnTo>
                    <a:lnTo>
                      <a:pt x="101288" y="247242"/>
                    </a:lnTo>
                    <a:lnTo>
                      <a:pt x="101288" y="292135"/>
                    </a:lnTo>
                    <a:lnTo>
                      <a:pt x="158875" y="292135"/>
                    </a:lnTo>
                    <a:cubicBezTo>
                      <a:pt x="171335" y="292135"/>
                      <a:pt x="180058" y="300847"/>
                      <a:pt x="180058" y="313203"/>
                    </a:cubicBezTo>
                    <a:lnTo>
                      <a:pt x="180058" y="403167"/>
                    </a:lnTo>
                    <a:cubicBezTo>
                      <a:pt x="180058" y="415524"/>
                      <a:pt x="171335" y="426991"/>
                      <a:pt x="158875" y="426991"/>
                    </a:cubicBezTo>
                    <a:lnTo>
                      <a:pt x="24032" y="426991"/>
                    </a:lnTo>
                    <a:cubicBezTo>
                      <a:pt x="11571" y="426991"/>
                      <a:pt x="0" y="415524"/>
                      <a:pt x="0" y="403167"/>
                    </a:cubicBezTo>
                    <a:lnTo>
                      <a:pt x="0" y="313203"/>
                    </a:lnTo>
                    <a:cubicBezTo>
                      <a:pt x="0" y="300847"/>
                      <a:pt x="11571" y="292135"/>
                      <a:pt x="24032" y="292135"/>
                    </a:cubicBezTo>
                    <a:lnTo>
                      <a:pt x="78770" y="292135"/>
                    </a:lnTo>
                    <a:lnTo>
                      <a:pt x="78770" y="234530"/>
                    </a:lnTo>
                    <a:cubicBezTo>
                      <a:pt x="78770" y="228396"/>
                      <a:pt x="85178" y="224751"/>
                      <a:pt x="91409" y="224751"/>
                    </a:cubicBezTo>
                    <a:close/>
                    <a:moveTo>
                      <a:pt x="236326" y="21066"/>
                    </a:moveTo>
                    <a:lnTo>
                      <a:pt x="236326" y="111021"/>
                    </a:lnTo>
                    <a:lnTo>
                      <a:pt x="371758" y="111021"/>
                    </a:lnTo>
                    <a:lnTo>
                      <a:pt x="372380" y="21066"/>
                    </a:lnTo>
                    <a:lnTo>
                      <a:pt x="237127" y="21066"/>
                    </a:lnTo>
                    <a:close/>
                    <a:moveTo>
                      <a:pt x="237750" y="0"/>
                    </a:moveTo>
                    <a:lnTo>
                      <a:pt x="372647" y="0"/>
                    </a:lnTo>
                    <a:cubicBezTo>
                      <a:pt x="385105" y="0"/>
                      <a:pt x="393825" y="8711"/>
                      <a:pt x="393825" y="21066"/>
                    </a:cubicBezTo>
                    <a:lnTo>
                      <a:pt x="393825" y="111021"/>
                    </a:lnTo>
                    <a:cubicBezTo>
                      <a:pt x="393825" y="123376"/>
                      <a:pt x="385105" y="134843"/>
                      <a:pt x="372647" y="134843"/>
                    </a:cubicBezTo>
                    <a:lnTo>
                      <a:pt x="315076" y="134843"/>
                    </a:lnTo>
                    <a:lnTo>
                      <a:pt x="315076" y="191020"/>
                    </a:lnTo>
                    <a:lnTo>
                      <a:pt x="292563" y="191020"/>
                    </a:lnTo>
                    <a:lnTo>
                      <a:pt x="292563" y="134843"/>
                    </a:lnTo>
                    <a:lnTo>
                      <a:pt x="237750" y="134843"/>
                    </a:lnTo>
                    <a:cubicBezTo>
                      <a:pt x="225381" y="134843"/>
                      <a:pt x="213813" y="123376"/>
                      <a:pt x="213813" y="111021"/>
                    </a:cubicBezTo>
                    <a:lnTo>
                      <a:pt x="213813" y="21066"/>
                    </a:lnTo>
                    <a:cubicBezTo>
                      <a:pt x="213813" y="8711"/>
                      <a:pt x="225381" y="0"/>
                      <a:pt x="237750" y="0"/>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8" name="ïš1ídé"/>
            <p:cNvSpPr/>
            <p:nvPr/>
          </p:nvSpPr>
          <p:spPr bwMode="auto">
            <a:xfrm flipH="1" flipV="1">
              <a:off x="6667058" y="1125538"/>
              <a:ext cx="1875636" cy="4118268"/>
            </a:xfrm>
            <a:custGeom>
              <a:avLst/>
              <a:gdLst>
                <a:gd name="T0" fmla="*/ 697 w 918"/>
                <a:gd name="T1" fmla="*/ 2015 h 2015"/>
                <a:gd name="T2" fmla="*/ 697 w 918"/>
                <a:gd name="T3" fmla="*/ 623 h 2015"/>
                <a:gd name="T4" fmla="*/ 918 w 918"/>
                <a:gd name="T5" fmla="*/ 623 h 2015"/>
                <a:gd name="T6" fmla="*/ 460 w 918"/>
                <a:gd name="T7" fmla="*/ 0 h 2015"/>
                <a:gd name="T8" fmla="*/ 0 w 918"/>
                <a:gd name="T9" fmla="*/ 623 h 2015"/>
                <a:gd name="T10" fmla="*/ 223 w 918"/>
                <a:gd name="T11" fmla="*/ 623 h 2015"/>
                <a:gd name="T12" fmla="*/ 223 w 918"/>
                <a:gd name="T13" fmla="*/ 800 h 2015"/>
              </a:gdLst>
              <a:ahLst/>
              <a:cxnLst>
                <a:cxn ang="0">
                  <a:pos x="T0" y="T1"/>
                </a:cxn>
                <a:cxn ang="0">
                  <a:pos x="T2" y="T3"/>
                </a:cxn>
                <a:cxn ang="0">
                  <a:pos x="T4" y="T5"/>
                </a:cxn>
                <a:cxn ang="0">
                  <a:pos x="T6" y="T7"/>
                </a:cxn>
                <a:cxn ang="0">
                  <a:pos x="T8" y="T9"/>
                </a:cxn>
                <a:cxn ang="0">
                  <a:pos x="T10" y="T11"/>
                </a:cxn>
                <a:cxn ang="0">
                  <a:pos x="T12" y="T13"/>
                </a:cxn>
              </a:cxnLst>
              <a:rect l="0" t="0" r="r" b="b"/>
              <a:pathLst>
                <a:path w="918" h="2015">
                  <a:moveTo>
                    <a:pt x="697" y="2015"/>
                  </a:moveTo>
                  <a:lnTo>
                    <a:pt x="697" y="623"/>
                  </a:lnTo>
                  <a:lnTo>
                    <a:pt x="918" y="623"/>
                  </a:lnTo>
                  <a:lnTo>
                    <a:pt x="460" y="0"/>
                  </a:lnTo>
                  <a:lnTo>
                    <a:pt x="0" y="623"/>
                  </a:lnTo>
                  <a:lnTo>
                    <a:pt x="223" y="623"/>
                  </a:lnTo>
                  <a:lnTo>
                    <a:pt x="223" y="800"/>
                  </a:lnTo>
                </a:path>
              </a:pathLst>
            </a:custGeom>
            <a:noFill/>
            <a:ln w="20638" cap="rnd">
              <a:solidFill>
                <a:schemeClr val="bg1">
                  <a:lumMod val="50000"/>
                </a:schemeClr>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9" name="işļîḍè" title="MJ8JxobmQhO5YsZmEcy6DZVp0AZTfE39zvT5PAyas4bMl"/>
            <p:cNvGrpSpPr/>
            <p:nvPr/>
          </p:nvGrpSpPr>
          <p:grpSpPr>
            <a:xfrm>
              <a:off x="7816515" y="3074258"/>
              <a:ext cx="549546" cy="549542"/>
              <a:chOff x="2406923" y="2845390"/>
              <a:chExt cx="571222" cy="571221"/>
            </a:xfrm>
          </p:grpSpPr>
          <p:sp>
            <p:nvSpPr>
              <p:cNvPr id="12" name="îṩlïḑè"/>
              <p:cNvSpPr/>
              <p:nvPr/>
            </p:nvSpPr>
            <p:spPr>
              <a:xfrm>
                <a:off x="2406923" y="2845390"/>
                <a:ext cx="571222" cy="571221"/>
              </a:xfrm>
              <a:prstGeom prst="ellipse">
                <a:avLst/>
              </a:prstGeom>
              <a:solidFill>
                <a:schemeClr val="bg1">
                  <a:lumMod val="50000"/>
                </a:schemeClr>
              </a:solidFill>
              <a:ln w="38100">
                <a:solidFill>
                  <a:schemeClr val="bg1">
                    <a:lumMod val="50000"/>
                  </a:schemeClr>
                </a:solidFill>
              </a:ln>
            </p:spPr>
            <p:style>
              <a:lnRef idx="2">
                <a:schemeClr val="dk1"/>
              </a:lnRef>
              <a:fillRef idx="1">
                <a:schemeClr val="lt1"/>
              </a:fillRef>
              <a:effectRef idx="0">
                <a:schemeClr val="dk1"/>
              </a:effectRef>
              <a:fontRef idx="minor">
                <a:schemeClr val="dk1"/>
              </a:fontRef>
            </p:style>
            <p:txBody>
              <a:bodyPr anchor="ctr"/>
              <a:lstStyle>
                <a:defPPr>
                  <a:defRPr lang="zh-CN"/>
                </a:defPPr>
                <a:lvl1pPr marL="0" algn="l" defTabSz="914400" rtl="0" eaLnBrk="1" latinLnBrk="0" hangingPunct="1">
                  <a:defRPr sz="1800" kern="1200">
                    <a:solidFill>
                      <a:schemeClr val="dk1"/>
                    </a:solidFill>
                  </a:defRPr>
                </a:lvl1pPr>
                <a:lvl2pPr marL="457200" algn="l" defTabSz="914400" rtl="0" eaLnBrk="1" latinLnBrk="0" hangingPunct="1">
                  <a:defRPr sz="1800" kern="1200">
                    <a:solidFill>
                      <a:schemeClr val="dk1"/>
                    </a:solidFill>
                  </a:defRPr>
                </a:lvl2pPr>
                <a:lvl3pPr marL="914400" algn="l" defTabSz="914400" rtl="0" eaLnBrk="1" latinLnBrk="0" hangingPunct="1">
                  <a:defRPr sz="1800" kern="1200">
                    <a:solidFill>
                      <a:schemeClr val="dk1"/>
                    </a:solidFill>
                  </a:defRPr>
                </a:lvl3pPr>
                <a:lvl4pPr marL="1371600" algn="l" defTabSz="914400" rtl="0" eaLnBrk="1" latinLnBrk="0" hangingPunct="1">
                  <a:defRPr sz="1800" kern="1200">
                    <a:solidFill>
                      <a:schemeClr val="dk1"/>
                    </a:solidFill>
                  </a:defRPr>
                </a:lvl4pPr>
                <a:lvl5pPr marL="1828800" algn="l" defTabSz="914400" rtl="0" eaLnBrk="1" latinLnBrk="0" hangingPunct="1">
                  <a:defRPr sz="1800" kern="1200">
                    <a:solidFill>
                      <a:schemeClr val="dk1"/>
                    </a:solidFill>
                  </a:defRPr>
                </a:lvl5pPr>
                <a:lvl6pPr marL="2286000" algn="l" defTabSz="914400" rtl="0" eaLnBrk="1" latinLnBrk="0" hangingPunct="1">
                  <a:defRPr sz="1800" kern="1200">
                    <a:solidFill>
                      <a:schemeClr val="dk1"/>
                    </a:solidFill>
                  </a:defRPr>
                </a:lvl6pPr>
                <a:lvl7pPr marL="2743200" algn="l" defTabSz="914400" rtl="0" eaLnBrk="1" latinLnBrk="0" hangingPunct="1">
                  <a:defRPr sz="1800" kern="1200">
                    <a:solidFill>
                      <a:schemeClr val="dk1"/>
                    </a:solidFill>
                  </a:defRPr>
                </a:lvl7pPr>
                <a:lvl8pPr marL="3200400" algn="l" defTabSz="914400" rtl="0" eaLnBrk="1" latinLnBrk="0" hangingPunct="1">
                  <a:defRPr sz="1800" kern="1200">
                    <a:solidFill>
                      <a:schemeClr val="dk1"/>
                    </a:solidFill>
                  </a:defRPr>
                </a:lvl8pPr>
                <a:lvl9pPr marL="3657600" algn="l" defTabSz="914400" rtl="0" eaLnBrk="1" latinLnBrk="0" hangingPunct="1">
                  <a:defRPr sz="1800" kern="1200">
                    <a:solidFill>
                      <a:schemeClr val="dk1"/>
                    </a:solidFill>
                  </a:defRPr>
                </a:lvl9pPr>
              </a:lstStyle>
              <a:p>
                <a:pPr algn="ctr"/>
                <a:endParaRPr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ïṥlïḋê" title="ry6MHxwOH8WsTKLSa514qPVJnvhhWFnRDjZGIbRZNsFBp"/>
              <p:cNvSpPr/>
              <p:nvPr/>
            </p:nvSpPr>
            <p:spPr bwMode="auto">
              <a:xfrm>
                <a:off x="2540113" y="2978777"/>
                <a:ext cx="304842" cy="304441"/>
              </a:xfrm>
              <a:custGeom>
                <a:avLst/>
                <a:gdLst>
                  <a:gd name="connsiteX0" fmla="*/ 86413 w 591547"/>
                  <a:gd name="connsiteY0" fmla="*/ 515758 h 590770"/>
                  <a:gd name="connsiteX1" fmla="*/ 171919 w 591547"/>
                  <a:gd name="connsiteY1" fmla="*/ 515758 h 590770"/>
                  <a:gd name="connsiteX2" fmla="*/ 171919 w 591547"/>
                  <a:gd name="connsiteY2" fmla="*/ 537523 h 590770"/>
                  <a:gd name="connsiteX3" fmla="*/ 86413 w 591547"/>
                  <a:gd name="connsiteY3" fmla="*/ 537523 h 590770"/>
                  <a:gd name="connsiteX4" fmla="*/ 86413 w 591547"/>
                  <a:gd name="connsiteY4" fmla="*/ 461733 h 590770"/>
                  <a:gd name="connsiteX5" fmla="*/ 171919 w 591547"/>
                  <a:gd name="connsiteY5" fmla="*/ 461733 h 590770"/>
                  <a:gd name="connsiteX6" fmla="*/ 171919 w 591547"/>
                  <a:gd name="connsiteY6" fmla="*/ 483498 h 590770"/>
                  <a:gd name="connsiteX7" fmla="*/ 86413 w 591547"/>
                  <a:gd name="connsiteY7" fmla="*/ 483498 h 590770"/>
                  <a:gd name="connsiteX8" fmla="*/ 86413 w 591547"/>
                  <a:gd name="connsiteY8" fmla="*/ 408616 h 590770"/>
                  <a:gd name="connsiteX9" fmla="*/ 171919 w 591547"/>
                  <a:gd name="connsiteY9" fmla="*/ 408616 h 590770"/>
                  <a:gd name="connsiteX10" fmla="*/ 171919 w 591547"/>
                  <a:gd name="connsiteY10" fmla="*/ 429474 h 590770"/>
                  <a:gd name="connsiteX11" fmla="*/ 86413 w 591547"/>
                  <a:gd name="connsiteY11" fmla="*/ 429474 h 590770"/>
                  <a:gd name="connsiteX12" fmla="*/ 204177 w 591547"/>
                  <a:gd name="connsiteY12" fmla="*/ 357041 h 590770"/>
                  <a:gd name="connsiteX13" fmla="*/ 204177 w 591547"/>
                  <a:gd name="connsiteY13" fmla="*/ 569815 h 590770"/>
                  <a:gd name="connsiteX14" fmla="*/ 333300 w 591547"/>
                  <a:gd name="connsiteY14" fmla="*/ 569815 h 590770"/>
                  <a:gd name="connsiteX15" fmla="*/ 333300 w 591547"/>
                  <a:gd name="connsiteY15" fmla="*/ 382026 h 590770"/>
                  <a:gd name="connsiteX16" fmla="*/ 183194 w 591547"/>
                  <a:gd name="connsiteY16" fmla="*/ 357041 h 590770"/>
                  <a:gd name="connsiteX17" fmla="*/ 75053 w 591547"/>
                  <a:gd name="connsiteY17" fmla="*/ 382026 h 590770"/>
                  <a:gd name="connsiteX18" fmla="*/ 75053 w 591547"/>
                  <a:gd name="connsiteY18" fmla="*/ 569815 h 590770"/>
                  <a:gd name="connsiteX19" fmla="*/ 183194 w 591547"/>
                  <a:gd name="connsiteY19" fmla="*/ 569815 h 590770"/>
                  <a:gd name="connsiteX20" fmla="*/ 247709 w 591547"/>
                  <a:gd name="connsiteY20" fmla="*/ 311838 h 590770"/>
                  <a:gd name="connsiteX21" fmla="*/ 322851 w 591547"/>
                  <a:gd name="connsiteY21" fmla="*/ 311838 h 590770"/>
                  <a:gd name="connsiteX22" fmla="*/ 322851 w 591547"/>
                  <a:gd name="connsiteY22" fmla="*/ 332826 h 590770"/>
                  <a:gd name="connsiteX23" fmla="*/ 247709 w 591547"/>
                  <a:gd name="connsiteY23" fmla="*/ 332826 h 590770"/>
                  <a:gd name="connsiteX24" fmla="*/ 247709 w 591547"/>
                  <a:gd name="connsiteY24" fmla="*/ 257944 h 590770"/>
                  <a:gd name="connsiteX25" fmla="*/ 322851 w 591547"/>
                  <a:gd name="connsiteY25" fmla="*/ 257944 h 590770"/>
                  <a:gd name="connsiteX26" fmla="*/ 322851 w 591547"/>
                  <a:gd name="connsiteY26" fmla="*/ 279580 h 590770"/>
                  <a:gd name="connsiteX27" fmla="*/ 247709 w 591547"/>
                  <a:gd name="connsiteY27" fmla="*/ 279580 h 590770"/>
                  <a:gd name="connsiteX28" fmla="*/ 247709 w 591547"/>
                  <a:gd name="connsiteY28" fmla="*/ 203919 h 590770"/>
                  <a:gd name="connsiteX29" fmla="*/ 322851 w 591547"/>
                  <a:gd name="connsiteY29" fmla="*/ 203919 h 590770"/>
                  <a:gd name="connsiteX30" fmla="*/ 322851 w 591547"/>
                  <a:gd name="connsiteY30" fmla="*/ 225684 h 590770"/>
                  <a:gd name="connsiteX31" fmla="*/ 247709 w 591547"/>
                  <a:gd name="connsiteY31" fmla="*/ 225684 h 590770"/>
                  <a:gd name="connsiteX32" fmla="*/ 247709 w 591547"/>
                  <a:gd name="connsiteY32" fmla="*/ 150672 h 590770"/>
                  <a:gd name="connsiteX33" fmla="*/ 322851 w 591547"/>
                  <a:gd name="connsiteY33" fmla="*/ 150672 h 590770"/>
                  <a:gd name="connsiteX34" fmla="*/ 322851 w 591547"/>
                  <a:gd name="connsiteY34" fmla="*/ 171660 h 590770"/>
                  <a:gd name="connsiteX35" fmla="*/ 247709 w 591547"/>
                  <a:gd name="connsiteY35" fmla="*/ 171660 h 590770"/>
                  <a:gd name="connsiteX36" fmla="*/ 355090 w 591547"/>
                  <a:gd name="connsiteY36" fmla="*/ 102357 h 590770"/>
                  <a:gd name="connsiteX37" fmla="*/ 355090 w 591547"/>
                  <a:gd name="connsiteY37" fmla="*/ 373160 h 590770"/>
                  <a:gd name="connsiteX38" fmla="*/ 355090 w 591547"/>
                  <a:gd name="connsiteY38" fmla="*/ 376384 h 590770"/>
                  <a:gd name="connsiteX39" fmla="*/ 355090 w 591547"/>
                  <a:gd name="connsiteY39" fmla="*/ 569815 h 590770"/>
                  <a:gd name="connsiteX40" fmla="*/ 484213 w 591547"/>
                  <a:gd name="connsiteY40" fmla="*/ 569815 h 590770"/>
                  <a:gd name="connsiteX41" fmla="*/ 484213 w 591547"/>
                  <a:gd name="connsiteY41" fmla="*/ 154744 h 590770"/>
                  <a:gd name="connsiteX42" fmla="*/ 333300 w 591547"/>
                  <a:gd name="connsiteY42" fmla="*/ 99939 h 590770"/>
                  <a:gd name="connsiteX43" fmla="*/ 236458 w 591547"/>
                  <a:gd name="connsiteY43" fmla="*/ 125730 h 590770"/>
                  <a:gd name="connsiteX44" fmla="*/ 236458 w 591547"/>
                  <a:gd name="connsiteY44" fmla="*/ 341728 h 590770"/>
                  <a:gd name="connsiteX45" fmla="*/ 333300 w 591547"/>
                  <a:gd name="connsiteY45" fmla="*/ 360265 h 590770"/>
                  <a:gd name="connsiteX46" fmla="*/ 397862 w 591547"/>
                  <a:gd name="connsiteY46" fmla="*/ 21761 h 590770"/>
                  <a:gd name="connsiteX47" fmla="*/ 387371 w 591547"/>
                  <a:gd name="connsiteY47" fmla="*/ 32238 h 590770"/>
                  <a:gd name="connsiteX48" fmla="*/ 397862 w 591547"/>
                  <a:gd name="connsiteY48" fmla="*/ 42716 h 590770"/>
                  <a:gd name="connsiteX49" fmla="*/ 409160 w 591547"/>
                  <a:gd name="connsiteY49" fmla="*/ 32238 h 590770"/>
                  <a:gd name="connsiteX50" fmla="*/ 397862 w 591547"/>
                  <a:gd name="connsiteY50" fmla="*/ 21761 h 590770"/>
                  <a:gd name="connsiteX51" fmla="*/ 397862 w 591547"/>
                  <a:gd name="connsiteY51" fmla="*/ 0 h 590770"/>
                  <a:gd name="connsiteX52" fmla="*/ 430143 w 591547"/>
                  <a:gd name="connsiteY52" fmla="*/ 32238 h 590770"/>
                  <a:gd name="connsiteX53" fmla="*/ 409160 w 591547"/>
                  <a:gd name="connsiteY53" fmla="*/ 62865 h 590770"/>
                  <a:gd name="connsiteX54" fmla="*/ 409160 w 591547"/>
                  <a:gd name="connsiteY54" fmla="*/ 100745 h 590770"/>
                  <a:gd name="connsiteX55" fmla="*/ 498740 w 591547"/>
                  <a:gd name="connsiteY55" fmla="*/ 137819 h 590770"/>
                  <a:gd name="connsiteX56" fmla="*/ 506003 w 591547"/>
                  <a:gd name="connsiteY56" fmla="*/ 147491 h 590770"/>
                  <a:gd name="connsiteX57" fmla="*/ 506003 w 591547"/>
                  <a:gd name="connsiteY57" fmla="*/ 569815 h 590770"/>
                  <a:gd name="connsiteX58" fmla="*/ 591547 w 591547"/>
                  <a:gd name="connsiteY58" fmla="*/ 569815 h 590770"/>
                  <a:gd name="connsiteX59" fmla="*/ 591547 w 591547"/>
                  <a:gd name="connsiteY59" fmla="*/ 590770 h 590770"/>
                  <a:gd name="connsiteX60" fmla="*/ 494705 w 591547"/>
                  <a:gd name="connsiteY60" fmla="*/ 590770 h 590770"/>
                  <a:gd name="connsiteX61" fmla="*/ 344598 w 591547"/>
                  <a:gd name="connsiteY61" fmla="*/ 590770 h 590770"/>
                  <a:gd name="connsiteX62" fmla="*/ 193685 w 591547"/>
                  <a:gd name="connsiteY62" fmla="*/ 590770 h 590770"/>
                  <a:gd name="connsiteX63" fmla="*/ 64562 w 591547"/>
                  <a:gd name="connsiteY63" fmla="*/ 590770 h 590770"/>
                  <a:gd name="connsiteX64" fmla="*/ 0 w 591547"/>
                  <a:gd name="connsiteY64" fmla="*/ 590770 h 590770"/>
                  <a:gd name="connsiteX65" fmla="*/ 0 w 591547"/>
                  <a:gd name="connsiteY65" fmla="*/ 569815 h 590770"/>
                  <a:gd name="connsiteX66" fmla="*/ 54070 w 591547"/>
                  <a:gd name="connsiteY66" fmla="*/ 569815 h 590770"/>
                  <a:gd name="connsiteX67" fmla="*/ 54070 w 591547"/>
                  <a:gd name="connsiteY67" fmla="*/ 373160 h 590770"/>
                  <a:gd name="connsiteX68" fmla="*/ 62141 w 591547"/>
                  <a:gd name="connsiteY68" fmla="*/ 362683 h 590770"/>
                  <a:gd name="connsiteX69" fmla="*/ 191264 w 591547"/>
                  <a:gd name="connsiteY69" fmla="*/ 333668 h 590770"/>
                  <a:gd name="connsiteX70" fmla="*/ 195299 w 591547"/>
                  <a:gd name="connsiteY70" fmla="*/ 333668 h 590770"/>
                  <a:gd name="connsiteX71" fmla="*/ 196106 w 591547"/>
                  <a:gd name="connsiteY71" fmla="*/ 333668 h 590770"/>
                  <a:gd name="connsiteX72" fmla="*/ 215475 w 591547"/>
                  <a:gd name="connsiteY72" fmla="*/ 336892 h 590770"/>
                  <a:gd name="connsiteX73" fmla="*/ 215475 w 591547"/>
                  <a:gd name="connsiteY73" fmla="*/ 116864 h 590770"/>
                  <a:gd name="connsiteX74" fmla="*/ 223545 w 591547"/>
                  <a:gd name="connsiteY74" fmla="*/ 106387 h 590770"/>
                  <a:gd name="connsiteX75" fmla="*/ 341370 w 591547"/>
                  <a:gd name="connsiteY75" fmla="*/ 75760 h 590770"/>
                  <a:gd name="connsiteX76" fmla="*/ 342984 w 591547"/>
                  <a:gd name="connsiteY76" fmla="*/ 75760 h 590770"/>
                  <a:gd name="connsiteX77" fmla="*/ 345405 w 591547"/>
                  <a:gd name="connsiteY77" fmla="*/ 75760 h 590770"/>
                  <a:gd name="connsiteX78" fmla="*/ 347020 w 591547"/>
                  <a:gd name="connsiteY78" fmla="*/ 75760 h 590770"/>
                  <a:gd name="connsiteX79" fmla="*/ 348634 w 591547"/>
                  <a:gd name="connsiteY79" fmla="*/ 75760 h 590770"/>
                  <a:gd name="connsiteX80" fmla="*/ 387371 w 591547"/>
                  <a:gd name="connsiteY80" fmla="*/ 91879 h 590770"/>
                  <a:gd name="connsiteX81" fmla="*/ 387371 w 591547"/>
                  <a:gd name="connsiteY81" fmla="*/ 62865 h 590770"/>
                  <a:gd name="connsiteX82" fmla="*/ 365581 w 591547"/>
                  <a:gd name="connsiteY82" fmla="*/ 32238 h 590770"/>
                  <a:gd name="connsiteX83" fmla="*/ 397862 w 591547"/>
                  <a:gd name="connsiteY83" fmla="*/ 0 h 590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591547" h="590770">
                    <a:moveTo>
                      <a:pt x="86413" y="515758"/>
                    </a:moveTo>
                    <a:lnTo>
                      <a:pt x="171919" y="515758"/>
                    </a:lnTo>
                    <a:lnTo>
                      <a:pt x="171919" y="537523"/>
                    </a:lnTo>
                    <a:lnTo>
                      <a:pt x="86413" y="537523"/>
                    </a:lnTo>
                    <a:close/>
                    <a:moveTo>
                      <a:pt x="86413" y="461733"/>
                    </a:moveTo>
                    <a:lnTo>
                      <a:pt x="171919" y="461733"/>
                    </a:lnTo>
                    <a:lnTo>
                      <a:pt x="171919" y="483498"/>
                    </a:lnTo>
                    <a:lnTo>
                      <a:pt x="86413" y="483498"/>
                    </a:lnTo>
                    <a:close/>
                    <a:moveTo>
                      <a:pt x="86413" y="408616"/>
                    </a:moveTo>
                    <a:lnTo>
                      <a:pt x="171919" y="408616"/>
                    </a:lnTo>
                    <a:lnTo>
                      <a:pt x="171919" y="429474"/>
                    </a:lnTo>
                    <a:lnTo>
                      <a:pt x="86413" y="429474"/>
                    </a:lnTo>
                    <a:close/>
                    <a:moveTo>
                      <a:pt x="204177" y="357041"/>
                    </a:moveTo>
                    <a:lnTo>
                      <a:pt x="204177" y="569815"/>
                    </a:lnTo>
                    <a:lnTo>
                      <a:pt x="333300" y="569815"/>
                    </a:lnTo>
                    <a:lnTo>
                      <a:pt x="333300" y="382026"/>
                    </a:lnTo>
                    <a:close/>
                    <a:moveTo>
                      <a:pt x="183194" y="357041"/>
                    </a:moveTo>
                    <a:lnTo>
                      <a:pt x="75053" y="382026"/>
                    </a:lnTo>
                    <a:lnTo>
                      <a:pt x="75053" y="569815"/>
                    </a:lnTo>
                    <a:lnTo>
                      <a:pt x="183194" y="569815"/>
                    </a:lnTo>
                    <a:close/>
                    <a:moveTo>
                      <a:pt x="247709" y="311838"/>
                    </a:moveTo>
                    <a:lnTo>
                      <a:pt x="322851" y="311838"/>
                    </a:lnTo>
                    <a:lnTo>
                      <a:pt x="322851" y="332826"/>
                    </a:lnTo>
                    <a:lnTo>
                      <a:pt x="247709" y="332826"/>
                    </a:lnTo>
                    <a:close/>
                    <a:moveTo>
                      <a:pt x="247709" y="257944"/>
                    </a:moveTo>
                    <a:lnTo>
                      <a:pt x="322851" y="257944"/>
                    </a:lnTo>
                    <a:lnTo>
                      <a:pt x="322851" y="279580"/>
                    </a:lnTo>
                    <a:lnTo>
                      <a:pt x="247709" y="279580"/>
                    </a:lnTo>
                    <a:close/>
                    <a:moveTo>
                      <a:pt x="247709" y="203919"/>
                    </a:moveTo>
                    <a:lnTo>
                      <a:pt x="322851" y="203919"/>
                    </a:lnTo>
                    <a:lnTo>
                      <a:pt x="322851" y="225684"/>
                    </a:lnTo>
                    <a:lnTo>
                      <a:pt x="247709" y="225684"/>
                    </a:lnTo>
                    <a:close/>
                    <a:moveTo>
                      <a:pt x="247709" y="150672"/>
                    </a:moveTo>
                    <a:lnTo>
                      <a:pt x="322851" y="150672"/>
                    </a:lnTo>
                    <a:lnTo>
                      <a:pt x="322851" y="171660"/>
                    </a:lnTo>
                    <a:lnTo>
                      <a:pt x="247709" y="171660"/>
                    </a:lnTo>
                    <a:close/>
                    <a:moveTo>
                      <a:pt x="355090" y="102357"/>
                    </a:moveTo>
                    <a:lnTo>
                      <a:pt x="355090" y="373160"/>
                    </a:lnTo>
                    <a:lnTo>
                      <a:pt x="355090" y="376384"/>
                    </a:lnTo>
                    <a:lnTo>
                      <a:pt x="355090" y="569815"/>
                    </a:lnTo>
                    <a:lnTo>
                      <a:pt x="484213" y="569815"/>
                    </a:lnTo>
                    <a:lnTo>
                      <a:pt x="484213" y="154744"/>
                    </a:lnTo>
                    <a:close/>
                    <a:moveTo>
                      <a:pt x="333300" y="99939"/>
                    </a:moveTo>
                    <a:lnTo>
                      <a:pt x="236458" y="125730"/>
                    </a:lnTo>
                    <a:lnTo>
                      <a:pt x="236458" y="341728"/>
                    </a:lnTo>
                    <a:lnTo>
                      <a:pt x="333300" y="360265"/>
                    </a:lnTo>
                    <a:close/>
                    <a:moveTo>
                      <a:pt x="397862" y="21761"/>
                    </a:moveTo>
                    <a:cubicBezTo>
                      <a:pt x="392213" y="21761"/>
                      <a:pt x="387371" y="26596"/>
                      <a:pt x="387371" y="32238"/>
                    </a:cubicBezTo>
                    <a:cubicBezTo>
                      <a:pt x="387371" y="37880"/>
                      <a:pt x="392213" y="42716"/>
                      <a:pt x="397862" y="42716"/>
                    </a:cubicBezTo>
                    <a:cubicBezTo>
                      <a:pt x="404318" y="42716"/>
                      <a:pt x="409160" y="37880"/>
                      <a:pt x="409160" y="32238"/>
                    </a:cubicBezTo>
                    <a:cubicBezTo>
                      <a:pt x="409160" y="26596"/>
                      <a:pt x="404318" y="21761"/>
                      <a:pt x="397862" y="21761"/>
                    </a:cubicBezTo>
                    <a:close/>
                    <a:moveTo>
                      <a:pt x="397862" y="0"/>
                    </a:moveTo>
                    <a:cubicBezTo>
                      <a:pt x="415616" y="0"/>
                      <a:pt x="430143" y="14507"/>
                      <a:pt x="430143" y="32238"/>
                    </a:cubicBezTo>
                    <a:cubicBezTo>
                      <a:pt x="430143" y="45940"/>
                      <a:pt x="421266" y="58029"/>
                      <a:pt x="409160" y="62865"/>
                    </a:cubicBezTo>
                    <a:lnTo>
                      <a:pt x="409160" y="100745"/>
                    </a:lnTo>
                    <a:lnTo>
                      <a:pt x="498740" y="137819"/>
                    </a:lnTo>
                    <a:cubicBezTo>
                      <a:pt x="502775" y="139431"/>
                      <a:pt x="506003" y="143461"/>
                      <a:pt x="506003" y="147491"/>
                    </a:cubicBezTo>
                    <a:lnTo>
                      <a:pt x="506003" y="569815"/>
                    </a:lnTo>
                    <a:lnTo>
                      <a:pt x="591547" y="569815"/>
                    </a:lnTo>
                    <a:lnTo>
                      <a:pt x="591547" y="590770"/>
                    </a:lnTo>
                    <a:lnTo>
                      <a:pt x="494705" y="590770"/>
                    </a:lnTo>
                    <a:lnTo>
                      <a:pt x="344598" y="590770"/>
                    </a:lnTo>
                    <a:lnTo>
                      <a:pt x="193685" y="590770"/>
                    </a:lnTo>
                    <a:lnTo>
                      <a:pt x="64562" y="590770"/>
                    </a:lnTo>
                    <a:lnTo>
                      <a:pt x="0" y="590770"/>
                    </a:lnTo>
                    <a:lnTo>
                      <a:pt x="0" y="569815"/>
                    </a:lnTo>
                    <a:lnTo>
                      <a:pt x="54070" y="569815"/>
                    </a:lnTo>
                    <a:lnTo>
                      <a:pt x="54070" y="373160"/>
                    </a:lnTo>
                    <a:cubicBezTo>
                      <a:pt x="54070" y="368324"/>
                      <a:pt x="57298" y="364294"/>
                      <a:pt x="62141" y="362683"/>
                    </a:cubicBezTo>
                    <a:lnTo>
                      <a:pt x="191264" y="333668"/>
                    </a:lnTo>
                    <a:cubicBezTo>
                      <a:pt x="192878" y="332862"/>
                      <a:pt x="194492" y="332862"/>
                      <a:pt x="195299" y="333668"/>
                    </a:cubicBezTo>
                    <a:cubicBezTo>
                      <a:pt x="196106" y="333668"/>
                      <a:pt x="196106" y="333668"/>
                      <a:pt x="196106" y="333668"/>
                    </a:cubicBezTo>
                    <a:lnTo>
                      <a:pt x="215475" y="336892"/>
                    </a:lnTo>
                    <a:lnTo>
                      <a:pt x="215475" y="116864"/>
                    </a:lnTo>
                    <a:cubicBezTo>
                      <a:pt x="215475" y="112028"/>
                      <a:pt x="218703" y="107999"/>
                      <a:pt x="223545" y="106387"/>
                    </a:cubicBezTo>
                    <a:lnTo>
                      <a:pt x="341370" y="75760"/>
                    </a:lnTo>
                    <a:cubicBezTo>
                      <a:pt x="342177" y="75760"/>
                      <a:pt x="342177" y="75760"/>
                      <a:pt x="342984" y="75760"/>
                    </a:cubicBezTo>
                    <a:cubicBezTo>
                      <a:pt x="343791" y="75760"/>
                      <a:pt x="344598" y="74954"/>
                      <a:pt x="345405" y="75760"/>
                    </a:cubicBezTo>
                    <a:cubicBezTo>
                      <a:pt x="346213" y="75760"/>
                      <a:pt x="347020" y="75760"/>
                      <a:pt x="347020" y="75760"/>
                    </a:cubicBezTo>
                    <a:cubicBezTo>
                      <a:pt x="347827" y="75760"/>
                      <a:pt x="347827" y="75760"/>
                      <a:pt x="348634" y="75760"/>
                    </a:cubicBezTo>
                    <a:lnTo>
                      <a:pt x="387371" y="91879"/>
                    </a:lnTo>
                    <a:lnTo>
                      <a:pt x="387371" y="62865"/>
                    </a:lnTo>
                    <a:cubicBezTo>
                      <a:pt x="375265" y="58029"/>
                      <a:pt x="365581" y="45940"/>
                      <a:pt x="365581" y="32238"/>
                    </a:cubicBezTo>
                    <a:cubicBezTo>
                      <a:pt x="365581" y="14507"/>
                      <a:pt x="380107" y="0"/>
                      <a:pt x="397862" y="0"/>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sp>
        <p:nvSpPr>
          <p:cNvPr id="16" name="任意多边形: 形状 15"/>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accent1">
              <a:lumMod val="100000"/>
            </a:schemeClr>
          </a:solidFill>
          <a:ln w="38100">
            <a:solidFill>
              <a:schemeClr val="accent1">
                <a:lumMod val="10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17" name="图片 1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7941" y="569481"/>
            <a:ext cx="618131" cy="618131"/>
          </a:xfrm>
          <a:prstGeom prst="rect">
            <a:avLst/>
          </a:prstGeom>
        </p:spPr>
      </p:pic>
      <p:sp>
        <p:nvSpPr>
          <p:cNvPr id="18" name="矩形 17"/>
          <p:cNvSpPr/>
          <p:nvPr/>
        </p:nvSpPr>
        <p:spPr>
          <a:xfrm>
            <a:off x="1379320" y="657873"/>
            <a:ext cx="2156360"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5.1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研究结论</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9" name="矩形 18"/>
          <p:cNvSpPr/>
          <p:nvPr/>
        </p:nvSpPr>
        <p:spPr>
          <a:xfrm>
            <a:off x="1284960" y="4782840"/>
            <a:ext cx="2962390" cy="1369606"/>
          </a:xfrm>
          <a:prstGeom prst="rect">
            <a:avLst/>
          </a:prstGeom>
        </p:spPr>
        <p:txBody>
          <a:bodyPr wrap="square">
            <a:spAutoFit/>
          </a:bodyPr>
          <a:lstStyle/>
          <a:p>
            <a:pPr algn="r">
              <a:lnSpc>
                <a:spcPct val="150000"/>
              </a:lnSpc>
              <a:spcAft>
                <a:spcPts val="600"/>
              </a:spcAft>
            </a:pPr>
            <a:r>
              <a:rPr lang="zh-CN" altLang="en-US" sz="16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0" name="矩形 19"/>
          <p:cNvSpPr/>
          <p:nvPr/>
        </p:nvSpPr>
        <p:spPr>
          <a:xfrm>
            <a:off x="8091288" y="1119538"/>
            <a:ext cx="2962390" cy="1369606"/>
          </a:xfrm>
          <a:prstGeom prst="rect">
            <a:avLst/>
          </a:prstGeom>
        </p:spPr>
        <p:txBody>
          <a:bodyPr wrap="square">
            <a:spAutoFit/>
          </a:bodyPr>
          <a:lstStyle/>
          <a:p>
            <a:pPr>
              <a:lnSpc>
                <a:spcPct val="150000"/>
              </a:lnSpc>
              <a:spcAft>
                <a:spcPts val="600"/>
              </a:spcAft>
            </a:pPr>
            <a:r>
              <a:rPr lang="zh-CN" altLang="en-US" sz="16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íṧlíďe"/>
          <p:cNvSpPr/>
          <p:nvPr/>
        </p:nvSpPr>
        <p:spPr bwMode="auto">
          <a:xfrm>
            <a:off x="8293100" y="1143496"/>
            <a:ext cx="3696949" cy="5714504"/>
          </a:xfrm>
          <a:custGeom>
            <a:avLst/>
            <a:gdLst>
              <a:gd name="T0" fmla="*/ 179 w 1208"/>
              <a:gd name="T1" fmla="*/ 1688 h 1871"/>
              <a:gd name="T2" fmla="*/ 202 w 1208"/>
              <a:gd name="T3" fmla="*/ 1722 h 1871"/>
              <a:gd name="T4" fmla="*/ 213 w 1208"/>
              <a:gd name="T5" fmla="*/ 1871 h 1871"/>
              <a:gd name="T6" fmla="*/ 1031 w 1208"/>
              <a:gd name="T7" fmla="*/ 1871 h 1871"/>
              <a:gd name="T8" fmla="*/ 1055 w 1208"/>
              <a:gd name="T9" fmla="*/ 1729 h 1871"/>
              <a:gd name="T10" fmla="*/ 1100 w 1208"/>
              <a:gd name="T11" fmla="*/ 1530 h 1871"/>
              <a:gd name="T12" fmla="*/ 1167 w 1208"/>
              <a:gd name="T13" fmla="*/ 1351 h 1871"/>
              <a:gd name="T14" fmla="*/ 1196 w 1208"/>
              <a:gd name="T15" fmla="*/ 1037 h 1871"/>
              <a:gd name="T16" fmla="*/ 1100 w 1208"/>
              <a:gd name="T17" fmla="*/ 823 h 1871"/>
              <a:gd name="T18" fmla="*/ 945 w 1208"/>
              <a:gd name="T19" fmla="*/ 690 h 1871"/>
              <a:gd name="T20" fmla="*/ 925 w 1208"/>
              <a:gd name="T21" fmla="*/ 639 h 1871"/>
              <a:gd name="T22" fmla="*/ 890 w 1208"/>
              <a:gd name="T23" fmla="*/ 576 h 1871"/>
              <a:gd name="T24" fmla="*/ 949 w 1208"/>
              <a:gd name="T25" fmla="*/ 452 h 1871"/>
              <a:gd name="T26" fmla="*/ 925 w 1208"/>
              <a:gd name="T27" fmla="*/ 121 h 1871"/>
              <a:gd name="T28" fmla="*/ 810 w 1208"/>
              <a:gd name="T29" fmla="*/ 28 h 1871"/>
              <a:gd name="T30" fmla="*/ 796 w 1208"/>
              <a:gd name="T31" fmla="*/ 24 h 1871"/>
              <a:gd name="T32" fmla="*/ 733 w 1208"/>
              <a:gd name="T33" fmla="*/ 8 h 1871"/>
              <a:gd name="T34" fmla="*/ 508 w 1208"/>
              <a:gd name="T35" fmla="*/ 56 h 1871"/>
              <a:gd name="T36" fmla="*/ 386 w 1208"/>
              <a:gd name="T37" fmla="*/ 160 h 1871"/>
              <a:gd name="T38" fmla="*/ 402 w 1208"/>
              <a:gd name="T39" fmla="*/ 190 h 1871"/>
              <a:gd name="T40" fmla="*/ 396 w 1208"/>
              <a:gd name="T41" fmla="*/ 263 h 1871"/>
              <a:gd name="T42" fmla="*/ 410 w 1208"/>
              <a:gd name="T43" fmla="*/ 426 h 1871"/>
              <a:gd name="T44" fmla="*/ 386 w 1208"/>
              <a:gd name="T45" fmla="*/ 527 h 1871"/>
              <a:gd name="T46" fmla="*/ 418 w 1208"/>
              <a:gd name="T47" fmla="*/ 588 h 1871"/>
              <a:gd name="T48" fmla="*/ 226 w 1208"/>
              <a:gd name="T49" fmla="*/ 673 h 1871"/>
              <a:gd name="T50" fmla="*/ 153 w 1208"/>
              <a:gd name="T51" fmla="*/ 963 h 1871"/>
              <a:gd name="T52" fmla="*/ 120 w 1208"/>
              <a:gd name="T53" fmla="*/ 1022 h 1871"/>
              <a:gd name="T54" fmla="*/ 106 w 1208"/>
              <a:gd name="T55" fmla="*/ 1057 h 1871"/>
              <a:gd name="T56" fmla="*/ 6 w 1208"/>
              <a:gd name="T57" fmla="*/ 1371 h 1871"/>
              <a:gd name="T58" fmla="*/ 175 w 1208"/>
              <a:gd name="T59" fmla="*/ 1664 h 1871"/>
              <a:gd name="T60" fmla="*/ 326 w 1208"/>
              <a:gd name="T61" fmla="*/ 888 h 1871"/>
              <a:gd name="T62" fmla="*/ 373 w 1208"/>
              <a:gd name="T63" fmla="*/ 811 h 1871"/>
              <a:gd name="T64" fmla="*/ 441 w 1208"/>
              <a:gd name="T65" fmla="*/ 773 h 1871"/>
              <a:gd name="T66" fmla="*/ 484 w 1208"/>
              <a:gd name="T67" fmla="*/ 746 h 1871"/>
              <a:gd name="T68" fmla="*/ 526 w 1208"/>
              <a:gd name="T69" fmla="*/ 718 h 1871"/>
              <a:gd name="T70" fmla="*/ 569 w 1208"/>
              <a:gd name="T71" fmla="*/ 738 h 1871"/>
              <a:gd name="T72" fmla="*/ 453 w 1208"/>
              <a:gd name="T73" fmla="*/ 813 h 1871"/>
              <a:gd name="T74" fmla="*/ 341 w 1208"/>
              <a:gd name="T75" fmla="*/ 911 h 1871"/>
              <a:gd name="T76" fmla="*/ 300 w 1208"/>
              <a:gd name="T77" fmla="*/ 998 h 1871"/>
              <a:gd name="T78" fmla="*/ 261 w 1208"/>
              <a:gd name="T79" fmla="*/ 1014 h 18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208" h="1871">
                <a:moveTo>
                  <a:pt x="175" y="1664"/>
                </a:moveTo>
                <a:cubicBezTo>
                  <a:pt x="179" y="1668"/>
                  <a:pt x="181" y="1678"/>
                  <a:pt x="179" y="1688"/>
                </a:cubicBezTo>
                <a:cubicBezTo>
                  <a:pt x="177" y="1696"/>
                  <a:pt x="177" y="1704"/>
                  <a:pt x="175" y="1716"/>
                </a:cubicBezTo>
                <a:cubicBezTo>
                  <a:pt x="181" y="1716"/>
                  <a:pt x="190" y="1720"/>
                  <a:pt x="202" y="1722"/>
                </a:cubicBezTo>
                <a:cubicBezTo>
                  <a:pt x="212" y="1725"/>
                  <a:pt x="220" y="1727"/>
                  <a:pt x="226" y="1727"/>
                </a:cubicBezTo>
                <a:cubicBezTo>
                  <a:pt x="224" y="1758"/>
                  <a:pt x="220" y="1806"/>
                  <a:pt x="213" y="1871"/>
                </a:cubicBezTo>
                <a:cubicBezTo>
                  <a:pt x="1031" y="1871"/>
                  <a:pt x="1031" y="1871"/>
                  <a:pt x="1031" y="1871"/>
                </a:cubicBezTo>
                <a:cubicBezTo>
                  <a:pt x="1031" y="1871"/>
                  <a:pt x="1031" y="1871"/>
                  <a:pt x="1031" y="1871"/>
                </a:cubicBezTo>
                <a:cubicBezTo>
                  <a:pt x="1035" y="1856"/>
                  <a:pt x="1039" y="1846"/>
                  <a:pt x="1041" y="1842"/>
                </a:cubicBezTo>
                <a:cubicBezTo>
                  <a:pt x="1045" y="1818"/>
                  <a:pt x="1051" y="1781"/>
                  <a:pt x="1055" y="1729"/>
                </a:cubicBezTo>
                <a:cubicBezTo>
                  <a:pt x="1059" y="1676"/>
                  <a:pt x="1065" y="1639"/>
                  <a:pt x="1071" y="1615"/>
                </a:cubicBezTo>
                <a:cubicBezTo>
                  <a:pt x="1076" y="1593"/>
                  <a:pt x="1086" y="1564"/>
                  <a:pt x="1100" y="1530"/>
                </a:cubicBezTo>
                <a:cubicBezTo>
                  <a:pt x="1123" y="1471"/>
                  <a:pt x="1135" y="1440"/>
                  <a:pt x="1135" y="1440"/>
                </a:cubicBezTo>
                <a:cubicBezTo>
                  <a:pt x="1155" y="1382"/>
                  <a:pt x="1165" y="1351"/>
                  <a:pt x="1167" y="1351"/>
                </a:cubicBezTo>
                <a:cubicBezTo>
                  <a:pt x="1180" y="1319"/>
                  <a:pt x="1194" y="1294"/>
                  <a:pt x="1208" y="1278"/>
                </a:cubicBezTo>
                <a:cubicBezTo>
                  <a:pt x="1206" y="1164"/>
                  <a:pt x="1202" y="1083"/>
                  <a:pt x="1196" y="1037"/>
                </a:cubicBezTo>
                <a:cubicBezTo>
                  <a:pt x="1188" y="957"/>
                  <a:pt x="1167" y="899"/>
                  <a:pt x="1135" y="856"/>
                </a:cubicBezTo>
                <a:cubicBezTo>
                  <a:pt x="1129" y="848"/>
                  <a:pt x="1116" y="836"/>
                  <a:pt x="1100" y="823"/>
                </a:cubicBezTo>
                <a:cubicBezTo>
                  <a:pt x="1080" y="805"/>
                  <a:pt x="1067" y="793"/>
                  <a:pt x="1061" y="787"/>
                </a:cubicBezTo>
                <a:cubicBezTo>
                  <a:pt x="1014" y="740"/>
                  <a:pt x="976" y="708"/>
                  <a:pt x="945" y="690"/>
                </a:cubicBezTo>
                <a:cubicBezTo>
                  <a:pt x="945" y="681"/>
                  <a:pt x="939" y="665"/>
                  <a:pt x="927" y="645"/>
                </a:cubicBezTo>
                <a:cubicBezTo>
                  <a:pt x="927" y="643"/>
                  <a:pt x="925" y="641"/>
                  <a:pt x="925" y="639"/>
                </a:cubicBezTo>
                <a:cubicBezTo>
                  <a:pt x="912" y="614"/>
                  <a:pt x="904" y="594"/>
                  <a:pt x="904" y="580"/>
                </a:cubicBezTo>
                <a:cubicBezTo>
                  <a:pt x="900" y="576"/>
                  <a:pt x="896" y="576"/>
                  <a:pt x="890" y="576"/>
                </a:cubicBezTo>
                <a:cubicBezTo>
                  <a:pt x="886" y="576"/>
                  <a:pt x="880" y="574"/>
                  <a:pt x="871" y="574"/>
                </a:cubicBezTo>
                <a:cubicBezTo>
                  <a:pt x="906" y="549"/>
                  <a:pt x="931" y="509"/>
                  <a:pt x="949" y="452"/>
                </a:cubicBezTo>
                <a:cubicBezTo>
                  <a:pt x="965" y="397"/>
                  <a:pt x="971" y="340"/>
                  <a:pt x="967" y="280"/>
                </a:cubicBezTo>
                <a:cubicBezTo>
                  <a:pt x="963" y="217"/>
                  <a:pt x="949" y="162"/>
                  <a:pt x="925" y="121"/>
                </a:cubicBezTo>
                <a:cubicBezTo>
                  <a:pt x="896" y="73"/>
                  <a:pt x="859" y="44"/>
                  <a:pt x="812" y="36"/>
                </a:cubicBezTo>
                <a:cubicBezTo>
                  <a:pt x="806" y="36"/>
                  <a:pt x="806" y="32"/>
                  <a:pt x="810" y="28"/>
                </a:cubicBezTo>
                <a:cubicBezTo>
                  <a:pt x="812" y="24"/>
                  <a:pt x="812" y="22"/>
                  <a:pt x="808" y="22"/>
                </a:cubicBezTo>
                <a:cubicBezTo>
                  <a:pt x="802" y="20"/>
                  <a:pt x="798" y="20"/>
                  <a:pt x="796" y="24"/>
                </a:cubicBezTo>
                <a:cubicBezTo>
                  <a:pt x="794" y="28"/>
                  <a:pt x="792" y="32"/>
                  <a:pt x="790" y="32"/>
                </a:cubicBezTo>
                <a:cubicBezTo>
                  <a:pt x="782" y="22"/>
                  <a:pt x="763" y="14"/>
                  <a:pt x="733" y="8"/>
                </a:cubicBezTo>
                <a:cubicBezTo>
                  <a:pt x="706" y="2"/>
                  <a:pt x="680" y="0"/>
                  <a:pt x="657" y="0"/>
                </a:cubicBezTo>
                <a:cubicBezTo>
                  <a:pt x="614" y="6"/>
                  <a:pt x="565" y="24"/>
                  <a:pt x="508" y="56"/>
                </a:cubicBezTo>
                <a:cubicBezTo>
                  <a:pt x="477" y="75"/>
                  <a:pt x="437" y="99"/>
                  <a:pt x="386" y="129"/>
                </a:cubicBezTo>
                <a:cubicBezTo>
                  <a:pt x="390" y="140"/>
                  <a:pt x="388" y="150"/>
                  <a:pt x="386" y="160"/>
                </a:cubicBezTo>
                <a:cubicBezTo>
                  <a:pt x="382" y="166"/>
                  <a:pt x="377" y="174"/>
                  <a:pt x="373" y="190"/>
                </a:cubicBezTo>
                <a:cubicBezTo>
                  <a:pt x="384" y="192"/>
                  <a:pt x="394" y="192"/>
                  <a:pt x="402" y="190"/>
                </a:cubicBezTo>
                <a:cubicBezTo>
                  <a:pt x="412" y="186"/>
                  <a:pt x="418" y="186"/>
                  <a:pt x="420" y="186"/>
                </a:cubicBezTo>
                <a:cubicBezTo>
                  <a:pt x="416" y="202"/>
                  <a:pt x="408" y="229"/>
                  <a:pt x="396" y="263"/>
                </a:cubicBezTo>
                <a:cubicBezTo>
                  <a:pt x="388" y="292"/>
                  <a:pt x="386" y="324"/>
                  <a:pt x="386" y="353"/>
                </a:cubicBezTo>
                <a:cubicBezTo>
                  <a:pt x="414" y="369"/>
                  <a:pt x="422" y="393"/>
                  <a:pt x="410" y="426"/>
                </a:cubicBezTo>
                <a:cubicBezTo>
                  <a:pt x="404" y="444"/>
                  <a:pt x="390" y="472"/>
                  <a:pt x="369" y="511"/>
                </a:cubicBezTo>
                <a:cubicBezTo>
                  <a:pt x="369" y="519"/>
                  <a:pt x="375" y="523"/>
                  <a:pt x="386" y="527"/>
                </a:cubicBezTo>
                <a:cubicBezTo>
                  <a:pt x="390" y="529"/>
                  <a:pt x="398" y="531"/>
                  <a:pt x="412" y="531"/>
                </a:cubicBezTo>
                <a:cubicBezTo>
                  <a:pt x="412" y="556"/>
                  <a:pt x="414" y="574"/>
                  <a:pt x="418" y="588"/>
                </a:cubicBezTo>
                <a:cubicBezTo>
                  <a:pt x="422" y="596"/>
                  <a:pt x="431" y="608"/>
                  <a:pt x="443" y="625"/>
                </a:cubicBezTo>
                <a:cubicBezTo>
                  <a:pt x="367" y="608"/>
                  <a:pt x="296" y="625"/>
                  <a:pt x="226" y="673"/>
                </a:cubicBezTo>
                <a:cubicBezTo>
                  <a:pt x="218" y="698"/>
                  <a:pt x="206" y="744"/>
                  <a:pt x="194" y="815"/>
                </a:cubicBezTo>
                <a:cubicBezTo>
                  <a:pt x="181" y="884"/>
                  <a:pt x="167" y="933"/>
                  <a:pt x="153" y="963"/>
                </a:cubicBezTo>
                <a:cubicBezTo>
                  <a:pt x="149" y="972"/>
                  <a:pt x="143" y="984"/>
                  <a:pt x="132" y="1002"/>
                </a:cubicBezTo>
                <a:cubicBezTo>
                  <a:pt x="128" y="1010"/>
                  <a:pt x="124" y="1016"/>
                  <a:pt x="120" y="1022"/>
                </a:cubicBezTo>
                <a:cubicBezTo>
                  <a:pt x="116" y="1030"/>
                  <a:pt x="112" y="1039"/>
                  <a:pt x="110" y="1045"/>
                </a:cubicBezTo>
                <a:cubicBezTo>
                  <a:pt x="108" y="1049"/>
                  <a:pt x="108" y="1053"/>
                  <a:pt x="106" y="1057"/>
                </a:cubicBezTo>
                <a:cubicBezTo>
                  <a:pt x="73" y="1134"/>
                  <a:pt x="53" y="1181"/>
                  <a:pt x="47" y="1201"/>
                </a:cubicBezTo>
                <a:cubicBezTo>
                  <a:pt x="24" y="1262"/>
                  <a:pt x="10" y="1319"/>
                  <a:pt x="6" y="1371"/>
                </a:cubicBezTo>
                <a:cubicBezTo>
                  <a:pt x="0" y="1457"/>
                  <a:pt x="8" y="1528"/>
                  <a:pt x="26" y="1578"/>
                </a:cubicBezTo>
                <a:cubicBezTo>
                  <a:pt x="55" y="1647"/>
                  <a:pt x="104" y="1676"/>
                  <a:pt x="175" y="1664"/>
                </a:cubicBezTo>
                <a:close/>
                <a:moveTo>
                  <a:pt x="296" y="917"/>
                </a:moveTo>
                <a:cubicBezTo>
                  <a:pt x="300" y="911"/>
                  <a:pt x="312" y="901"/>
                  <a:pt x="326" y="888"/>
                </a:cubicBezTo>
                <a:cubicBezTo>
                  <a:pt x="341" y="876"/>
                  <a:pt x="351" y="864"/>
                  <a:pt x="357" y="856"/>
                </a:cubicBezTo>
                <a:cubicBezTo>
                  <a:pt x="363" y="846"/>
                  <a:pt x="369" y="832"/>
                  <a:pt x="373" y="811"/>
                </a:cubicBezTo>
                <a:cubicBezTo>
                  <a:pt x="379" y="789"/>
                  <a:pt x="386" y="773"/>
                  <a:pt x="390" y="763"/>
                </a:cubicBezTo>
                <a:cubicBezTo>
                  <a:pt x="410" y="771"/>
                  <a:pt x="426" y="775"/>
                  <a:pt x="441" y="773"/>
                </a:cubicBezTo>
                <a:cubicBezTo>
                  <a:pt x="455" y="771"/>
                  <a:pt x="471" y="767"/>
                  <a:pt x="490" y="759"/>
                </a:cubicBezTo>
                <a:cubicBezTo>
                  <a:pt x="490" y="754"/>
                  <a:pt x="488" y="750"/>
                  <a:pt x="484" y="746"/>
                </a:cubicBezTo>
                <a:cubicBezTo>
                  <a:pt x="479" y="742"/>
                  <a:pt x="479" y="738"/>
                  <a:pt x="479" y="734"/>
                </a:cubicBezTo>
                <a:cubicBezTo>
                  <a:pt x="494" y="738"/>
                  <a:pt x="510" y="734"/>
                  <a:pt x="526" y="718"/>
                </a:cubicBezTo>
                <a:cubicBezTo>
                  <a:pt x="545" y="704"/>
                  <a:pt x="561" y="700"/>
                  <a:pt x="575" y="706"/>
                </a:cubicBezTo>
                <a:cubicBezTo>
                  <a:pt x="577" y="714"/>
                  <a:pt x="577" y="726"/>
                  <a:pt x="569" y="738"/>
                </a:cubicBezTo>
                <a:cubicBezTo>
                  <a:pt x="559" y="754"/>
                  <a:pt x="555" y="765"/>
                  <a:pt x="553" y="767"/>
                </a:cubicBezTo>
                <a:cubicBezTo>
                  <a:pt x="543" y="775"/>
                  <a:pt x="508" y="791"/>
                  <a:pt x="453" y="813"/>
                </a:cubicBezTo>
                <a:cubicBezTo>
                  <a:pt x="410" y="832"/>
                  <a:pt x="382" y="850"/>
                  <a:pt x="365" y="870"/>
                </a:cubicBezTo>
                <a:cubicBezTo>
                  <a:pt x="357" y="878"/>
                  <a:pt x="351" y="892"/>
                  <a:pt x="341" y="911"/>
                </a:cubicBezTo>
                <a:cubicBezTo>
                  <a:pt x="333" y="929"/>
                  <a:pt x="324" y="943"/>
                  <a:pt x="316" y="951"/>
                </a:cubicBezTo>
                <a:cubicBezTo>
                  <a:pt x="314" y="968"/>
                  <a:pt x="308" y="984"/>
                  <a:pt x="300" y="998"/>
                </a:cubicBezTo>
                <a:cubicBezTo>
                  <a:pt x="296" y="1008"/>
                  <a:pt x="286" y="1020"/>
                  <a:pt x="275" y="1037"/>
                </a:cubicBezTo>
                <a:cubicBezTo>
                  <a:pt x="267" y="1030"/>
                  <a:pt x="263" y="1022"/>
                  <a:pt x="261" y="1014"/>
                </a:cubicBezTo>
                <a:cubicBezTo>
                  <a:pt x="253" y="990"/>
                  <a:pt x="265" y="957"/>
                  <a:pt x="296" y="917"/>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cxnSp>
        <p:nvCxnSpPr>
          <p:cNvPr id="6" name="直接连接符 5"/>
          <p:cNvCxnSpPr/>
          <p:nvPr/>
        </p:nvCxnSpPr>
        <p:spPr>
          <a:xfrm>
            <a:off x="939139" y="3215560"/>
            <a:ext cx="5959501"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1101000" y="4734000"/>
            <a:ext cx="3690000"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8" name="任意多边形: 形状 17"/>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accent1">
              <a:lumMod val="100000"/>
            </a:schemeClr>
          </a:solidFill>
          <a:ln w="38100">
            <a:solidFill>
              <a:schemeClr val="accent1">
                <a:lumMod val="10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19" name="图片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7941" y="569481"/>
            <a:ext cx="618131" cy="618131"/>
          </a:xfrm>
          <a:prstGeom prst="rect">
            <a:avLst/>
          </a:prstGeom>
        </p:spPr>
      </p:pic>
      <p:sp>
        <p:nvSpPr>
          <p:cNvPr id="20" name="矩形 19"/>
          <p:cNvSpPr/>
          <p:nvPr/>
        </p:nvSpPr>
        <p:spPr>
          <a:xfrm>
            <a:off x="1348840" y="657873"/>
            <a:ext cx="2821606"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5.2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研究中的不足</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1" name="矩形 20"/>
          <p:cNvSpPr/>
          <p:nvPr/>
        </p:nvSpPr>
        <p:spPr>
          <a:xfrm>
            <a:off x="918931" y="1616081"/>
            <a:ext cx="5878110" cy="1646605"/>
          </a:xfrm>
          <a:prstGeom prst="rect">
            <a:avLst/>
          </a:prstGeom>
        </p:spPr>
        <p:txBody>
          <a:bodyPr wrap="square">
            <a:spAutoFit/>
          </a:bodyPr>
          <a:lstStyle/>
          <a:p>
            <a:pPr>
              <a:lnSpc>
                <a:spcPct val="150000"/>
              </a:lnSpc>
              <a:spcAft>
                <a:spcPts val="600"/>
              </a:spcAft>
            </a:pPr>
            <a:r>
              <a:rPr lang="zh-CN" altLang="en-US" sz="16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 name="矩形 22"/>
          <p:cNvSpPr/>
          <p:nvPr/>
        </p:nvSpPr>
        <p:spPr>
          <a:xfrm>
            <a:off x="918931" y="3470763"/>
            <a:ext cx="2962390" cy="1092607"/>
          </a:xfrm>
          <a:prstGeom prst="rect">
            <a:avLst/>
          </a:prstGeom>
        </p:spPr>
        <p:txBody>
          <a:bodyPr wrap="square">
            <a:spAutoFit/>
          </a:bodyPr>
          <a:lstStyle/>
          <a:p>
            <a:pPr marL="285750" indent="-285750">
              <a:lnSpc>
                <a:spcPct val="150000"/>
              </a:lnSpc>
              <a:spcAft>
                <a:spcPts val="600"/>
              </a:spcAft>
              <a:buFont typeface="Wingdings" panose="05000000000000000000" pitchFamily="2" charset="2"/>
              <a:buChar char="l"/>
            </a:pPr>
            <a:r>
              <a:rPr lang="zh-CN" altLang="en-US" sz="16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4" name="矩形 23"/>
          <p:cNvSpPr/>
          <p:nvPr/>
        </p:nvSpPr>
        <p:spPr>
          <a:xfrm>
            <a:off x="936511" y="4976730"/>
            <a:ext cx="2962390" cy="1092607"/>
          </a:xfrm>
          <a:prstGeom prst="rect">
            <a:avLst/>
          </a:prstGeom>
        </p:spPr>
        <p:txBody>
          <a:bodyPr wrap="square">
            <a:spAutoFit/>
          </a:bodyPr>
          <a:lstStyle/>
          <a:p>
            <a:pPr marL="285750" indent="-285750">
              <a:lnSpc>
                <a:spcPct val="150000"/>
              </a:lnSpc>
              <a:spcAft>
                <a:spcPts val="600"/>
              </a:spcAft>
              <a:buFont typeface="Wingdings" panose="05000000000000000000" pitchFamily="2" charset="2"/>
              <a:buChar char="l"/>
            </a:pPr>
            <a:r>
              <a:rPr lang="zh-CN" altLang="en-US" sz="16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224338"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2"/>
            </p:custDataLst>
          </p:nvPr>
        </p:nvGrpSpPr>
        <p:grpSpPr>
          <a:xfrm>
            <a:off x="0" y="3448651"/>
            <a:ext cx="12192000" cy="3409349"/>
            <a:chOff x="0" y="3448651"/>
            <a:chExt cx="12192000" cy="3409349"/>
          </a:xfrm>
        </p:grpSpPr>
        <p:sp>
          <p:nvSpPr>
            <p:cNvPr id="4" name="ïṥḻïde"/>
            <p:cNvSpPr/>
            <p:nvPr/>
          </p:nvSpPr>
          <p:spPr>
            <a:xfrm>
              <a:off x="0" y="4689974"/>
              <a:ext cx="12192000" cy="2168026"/>
            </a:xfrm>
            <a:prstGeom prst="rect">
              <a:avLst/>
            </a:prstGeom>
            <a:solidFill>
              <a:schemeClr val="accent1">
                <a:lumMod val="10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10" name="îşľîḓè"/>
            <p:cNvGrpSpPr/>
            <p:nvPr/>
          </p:nvGrpSpPr>
          <p:grpSpPr>
            <a:xfrm>
              <a:off x="1706548" y="3448651"/>
              <a:ext cx="1097280" cy="1097280"/>
              <a:chOff x="3527538" y="3122851"/>
              <a:chExt cx="1097280" cy="1097280"/>
            </a:xfrm>
          </p:grpSpPr>
          <p:sp>
            <p:nvSpPr>
              <p:cNvPr id="24" name="íśľîḍé"/>
              <p:cNvSpPr/>
              <p:nvPr/>
            </p:nvSpPr>
            <p:spPr>
              <a:xfrm>
                <a:off x="3527538" y="3122851"/>
                <a:ext cx="1097280" cy="109728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5" name="ïŝḷidê"/>
              <p:cNvSpPr/>
              <p:nvPr/>
            </p:nvSpPr>
            <p:spPr>
              <a:xfrm>
                <a:off x="3564092" y="3159405"/>
                <a:ext cx="1024172" cy="1024172"/>
              </a:xfrm>
              <a:prstGeom prst="ellipse">
                <a:avLst/>
              </a:prstGeom>
              <a:noFill/>
              <a:ln w="28575">
                <a:solidFill>
                  <a:schemeClr val="accent1">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11" name="ï$ḻïďé"/>
            <p:cNvSpPr/>
            <p:nvPr/>
          </p:nvSpPr>
          <p:spPr>
            <a:xfrm>
              <a:off x="1953383" y="3682330"/>
              <a:ext cx="603610" cy="629922"/>
            </a:xfrm>
            <a:custGeom>
              <a:avLst/>
              <a:gdLst>
                <a:gd name="connsiteX0" fmla="*/ 519512 w 581137"/>
                <a:gd name="connsiteY0" fmla="*/ 332111 h 606469"/>
                <a:gd name="connsiteX1" fmla="*/ 540163 w 581137"/>
                <a:gd name="connsiteY1" fmla="*/ 340671 h 606469"/>
                <a:gd name="connsiteX2" fmla="*/ 572553 w 581137"/>
                <a:gd name="connsiteY2" fmla="*/ 373014 h 606469"/>
                <a:gd name="connsiteX3" fmla="*/ 572553 w 581137"/>
                <a:gd name="connsiteY3" fmla="*/ 414307 h 606469"/>
                <a:gd name="connsiteX4" fmla="*/ 388637 w 581137"/>
                <a:gd name="connsiteY4" fmla="*/ 597958 h 606469"/>
                <a:gd name="connsiteX5" fmla="*/ 367986 w 581137"/>
                <a:gd name="connsiteY5" fmla="*/ 606469 h 606469"/>
                <a:gd name="connsiteX6" fmla="*/ 347334 w 581137"/>
                <a:gd name="connsiteY6" fmla="*/ 597958 h 606469"/>
                <a:gd name="connsiteX7" fmla="*/ 311096 w 581137"/>
                <a:gd name="connsiteY7" fmla="*/ 561772 h 606469"/>
                <a:gd name="connsiteX8" fmla="*/ 294244 w 581137"/>
                <a:gd name="connsiteY8" fmla="*/ 544944 h 606469"/>
                <a:gd name="connsiteX9" fmla="*/ 257860 w 581137"/>
                <a:gd name="connsiteY9" fmla="*/ 508613 h 606469"/>
                <a:gd name="connsiteX10" fmla="*/ 257860 w 581137"/>
                <a:gd name="connsiteY10" fmla="*/ 467320 h 606469"/>
                <a:gd name="connsiteX11" fmla="*/ 290250 w 581137"/>
                <a:gd name="connsiteY11" fmla="*/ 434977 h 606469"/>
                <a:gd name="connsiteX12" fmla="*/ 310901 w 581137"/>
                <a:gd name="connsiteY12" fmla="*/ 426417 h 606469"/>
                <a:gd name="connsiteX13" fmla="*/ 331553 w 581137"/>
                <a:gd name="connsiteY13" fmla="*/ 434977 h 606469"/>
                <a:gd name="connsiteX14" fmla="*/ 367986 w 581137"/>
                <a:gd name="connsiteY14" fmla="*/ 471308 h 606469"/>
                <a:gd name="connsiteX15" fmla="*/ 377970 w 581137"/>
                <a:gd name="connsiteY15" fmla="*/ 461387 h 606469"/>
                <a:gd name="connsiteX16" fmla="*/ 498860 w 581137"/>
                <a:gd name="connsiteY16" fmla="*/ 340671 h 606469"/>
                <a:gd name="connsiteX17" fmla="*/ 519512 w 581137"/>
                <a:gd name="connsiteY17" fmla="*/ 332111 h 606469"/>
                <a:gd name="connsiteX18" fmla="*/ 51961 w 581137"/>
                <a:gd name="connsiteY18" fmla="*/ 289771 h 606469"/>
                <a:gd name="connsiteX19" fmla="*/ 97543 w 581137"/>
                <a:gd name="connsiteY19" fmla="*/ 289771 h 606469"/>
                <a:gd name="connsiteX20" fmla="*/ 116486 w 581137"/>
                <a:gd name="connsiteY20" fmla="*/ 304796 h 606469"/>
                <a:gd name="connsiteX21" fmla="*/ 143368 w 581137"/>
                <a:gd name="connsiteY21" fmla="*/ 419113 h 606469"/>
                <a:gd name="connsiteX22" fmla="*/ 159828 w 581137"/>
                <a:gd name="connsiteY22" fmla="*/ 445030 h 606469"/>
                <a:gd name="connsiteX23" fmla="*/ 160120 w 581137"/>
                <a:gd name="connsiteY23" fmla="*/ 406228 h 606469"/>
                <a:gd name="connsiteX24" fmla="*/ 180233 w 581137"/>
                <a:gd name="connsiteY24" fmla="*/ 331394 h 606469"/>
                <a:gd name="connsiteX25" fmla="*/ 166792 w 581137"/>
                <a:gd name="connsiteY25" fmla="*/ 301781 h 606469"/>
                <a:gd name="connsiteX26" fmla="*/ 174535 w 581137"/>
                <a:gd name="connsiteY26" fmla="*/ 289771 h 606469"/>
                <a:gd name="connsiteX27" fmla="*/ 188998 w 581137"/>
                <a:gd name="connsiteY27" fmla="*/ 289771 h 606469"/>
                <a:gd name="connsiteX28" fmla="*/ 203413 w 581137"/>
                <a:gd name="connsiteY28" fmla="*/ 289771 h 606469"/>
                <a:gd name="connsiteX29" fmla="*/ 211156 w 581137"/>
                <a:gd name="connsiteY29" fmla="*/ 301781 h 606469"/>
                <a:gd name="connsiteX30" fmla="*/ 197715 w 581137"/>
                <a:gd name="connsiteY30" fmla="*/ 331394 h 606469"/>
                <a:gd name="connsiteX31" fmla="*/ 217876 w 581137"/>
                <a:gd name="connsiteY31" fmla="*/ 406228 h 606469"/>
                <a:gd name="connsiteX32" fmla="*/ 218120 w 581137"/>
                <a:gd name="connsiteY32" fmla="*/ 445030 h 606469"/>
                <a:gd name="connsiteX33" fmla="*/ 234580 w 581137"/>
                <a:gd name="connsiteY33" fmla="*/ 419113 h 606469"/>
                <a:gd name="connsiteX34" fmla="*/ 261462 w 581137"/>
                <a:gd name="connsiteY34" fmla="*/ 304796 h 606469"/>
                <a:gd name="connsiteX35" fmla="*/ 280405 w 581137"/>
                <a:gd name="connsiteY35" fmla="*/ 289771 h 606469"/>
                <a:gd name="connsiteX36" fmla="*/ 325987 w 581137"/>
                <a:gd name="connsiteY36" fmla="*/ 289771 h 606469"/>
                <a:gd name="connsiteX37" fmla="*/ 377948 w 581137"/>
                <a:gd name="connsiteY37" fmla="*/ 341654 h 606469"/>
                <a:gd name="connsiteX38" fmla="*/ 377948 w 581137"/>
                <a:gd name="connsiteY38" fmla="*/ 433847 h 606469"/>
                <a:gd name="connsiteX39" fmla="*/ 367965 w 581137"/>
                <a:gd name="connsiteY39" fmla="*/ 443815 h 606469"/>
                <a:gd name="connsiteX40" fmla="*/ 345320 w 581137"/>
                <a:gd name="connsiteY40" fmla="*/ 421204 h 606469"/>
                <a:gd name="connsiteX41" fmla="*/ 310890 w 581137"/>
                <a:gd name="connsiteY41" fmla="*/ 406957 h 606469"/>
                <a:gd name="connsiteX42" fmla="*/ 276461 w 581137"/>
                <a:gd name="connsiteY42" fmla="*/ 421204 h 606469"/>
                <a:gd name="connsiteX43" fmla="*/ 244076 w 581137"/>
                <a:gd name="connsiteY43" fmla="*/ 453540 h 606469"/>
                <a:gd name="connsiteX44" fmla="*/ 244076 w 581137"/>
                <a:gd name="connsiteY44" fmla="*/ 522344 h 606469"/>
                <a:gd name="connsiteX45" fmla="*/ 280454 w 581137"/>
                <a:gd name="connsiteY45" fmla="*/ 558667 h 606469"/>
                <a:gd name="connsiteX46" fmla="*/ 283522 w 581137"/>
                <a:gd name="connsiteY46" fmla="*/ 561730 h 606469"/>
                <a:gd name="connsiteX47" fmla="*/ 188998 w 581137"/>
                <a:gd name="connsiteY47" fmla="*/ 561730 h 606469"/>
                <a:gd name="connsiteX48" fmla="*/ 19479 w 581137"/>
                <a:gd name="connsiteY48" fmla="*/ 561730 h 606469"/>
                <a:gd name="connsiteX49" fmla="*/ 0 w 581137"/>
                <a:gd name="connsiteY49" fmla="*/ 542280 h 606469"/>
                <a:gd name="connsiteX50" fmla="*/ 0 w 581137"/>
                <a:gd name="connsiteY50" fmla="*/ 341654 h 606469"/>
                <a:gd name="connsiteX51" fmla="*/ 51961 w 581137"/>
                <a:gd name="connsiteY51" fmla="*/ 289771 h 606469"/>
                <a:gd name="connsiteX52" fmla="*/ 273435 w 581137"/>
                <a:gd name="connsiteY52" fmla="*/ 375 h 606469"/>
                <a:gd name="connsiteX53" fmla="*/ 303290 w 581137"/>
                <a:gd name="connsiteY53" fmla="*/ 25467 h 606469"/>
                <a:gd name="connsiteX54" fmla="*/ 303290 w 581137"/>
                <a:gd name="connsiteY54" fmla="*/ 135216 h 606469"/>
                <a:gd name="connsiteX55" fmla="*/ 303290 w 581137"/>
                <a:gd name="connsiteY55" fmla="*/ 147422 h 606469"/>
                <a:gd name="connsiteX56" fmla="*/ 189032 w 581137"/>
                <a:gd name="connsiteY56" fmla="*/ 262180 h 606469"/>
                <a:gd name="connsiteX57" fmla="*/ 73459 w 581137"/>
                <a:gd name="connsiteY57" fmla="*/ 147422 h 606469"/>
                <a:gd name="connsiteX58" fmla="*/ 73459 w 581137"/>
                <a:gd name="connsiteY58" fmla="*/ 81922 h 606469"/>
                <a:gd name="connsiteX59" fmla="*/ 115100 w 581137"/>
                <a:gd name="connsiteY59" fmla="*/ 31059 h 606469"/>
                <a:gd name="connsiteX60" fmla="*/ 273435 w 581137"/>
                <a:gd name="connsiteY60" fmla="*/ 375 h 606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81137" h="606469">
                  <a:moveTo>
                    <a:pt x="519512" y="332111"/>
                  </a:moveTo>
                  <a:cubicBezTo>
                    <a:pt x="526964" y="332111"/>
                    <a:pt x="534464" y="334981"/>
                    <a:pt x="540163" y="340671"/>
                  </a:cubicBezTo>
                  <a:lnTo>
                    <a:pt x="572553" y="373014"/>
                  </a:lnTo>
                  <a:cubicBezTo>
                    <a:pt x="583999" y="384395"/>
                    <a:pt x="583999" y="402877"/>
                    <a:pt x="572553" y="414307"/>
                  </a:cubicBezTo>
                  <a:lnTo>
                    <a:pt x="388637" y="597958"/>
                  </a:lnTo>
                  <a:cubicBezTo>
                    <a:pt x="382938" y="603648"/>
                    <a:pt x="375486" y="606469"/>
                    <a:pt x="367986" y="606469"/>
                  </a:cubicBezTo>
                  <a:cubicBezTo>
                    <a:pt x="360485" y="606469"/>
                    <a:pt x="353033" y="603648"/>
                    <a:pt x="347334" y="597958"/>
                  </a:cubicBezTo>
                  <a:lnTo>
                    <a:pt x="311096" y="561772"/>
                  </a:lnTo>
                  <a:lnTo>
                    <a:pt x="294244" y="544944"/>
                  </a:lnTo>
                  <a:lnTo>
                    <a:pt x="257860" y="508613"/>
                  </a:lnTo>
                  <a:cubicBezTo>
                    <a:pt x="246414" y="497183"/>
                    <a:pt x="246414" y="478701"/>
                    <a:pt x="257860" y="467320"/>
                  </a:cubicBezTo>
                  <a:lnTo>
                    <a:pt x="290250" y="434977"/>
                  </a:lnTo>
                  <a:cubicBezTo>
                    <a:pt x="295949" y="429287"/>
                    <a:pt x="303449" y="426417"/>
                    <a:pt x="310901" y="426417"/>
                  </a:cubicBezTo>
                  <a:cubicBezTo>
                    <a:pt x="318402" y="426417"/>
                    <a:pt x="325854" y="429287"/>
                    <a:pt x="331553" y="434977"/>
                  </a:cubicBezTo>
                  <a:lnTo>
                    <a:pt x="367986" y="471308"/>
                  </a:lnTo>
                  <a:lnTo>
                    <a:pt x="377970" y="461387"/>
                  </a:lnTo>
                  <a:lnTo>
                    <a:pt x="498860" y="340671"/>
                  </a:lnTo>
                  <a:cubicBezTo>
                    <a:pt x="504559" y="334981"/>
                    <a:pt x="512011" y="332111"/>
                    <a:pt x="519512" y="332111"/>
                  </a:cubicBezTo>
                  <a:close/>
                  <a:moveTo>
                    <a:pt x="51961" y="289771"/>
                  </a:moveTo>
                  <a:lnTo>
                    <a:pt x="97543" y="289771"/>
                  </a:lnTo>
                  <a:cubicBezTo>
                    <a:pt x="106601" y="289771"/>
                    <a:pt x="114441" y="295995"/>
                    <a:pt x="116486" y="304796"/>
                  </a:cubicBezTo>
                  <a:lnTo>
                    <a:pt x="143368" y="419113"/>
                  </a:lnTo>
                  <a:cubicBezTo>
                    <a:pt x="145852" y="429665"/>
                    <a:pt x="151793" y="438660"/>
                    <a:pt x="159828" y="445030"/>
                  </a:cubicBezTo>
                  <a:cubicBezTo>
                    <a:pt x="157442" y="432193"/>
                    <a:pt x="157539" y="419016"/>
                    <a:pt x="160120" y="406228"/>
                  </a:cubicBezTo>
                  <a:lnTo>
                    <a:pt x="180233" y="331394"/>
                  </a:lnTo>
                  <a:lnTo>
                    <a:pt x="166792" y="301781"/>
                  </a:lnTo>
                  <a:cubicBezTo>
                    <a:pt x="164260" y="296141"/>
                    <a:pt x="168350" y="289771"/>
                    <a:pt x="174535" y="289771"/>
                  </a:cubicBezTo>
                  <a:lnTo>
                    <a:pt x="188998" y="289771"/>
                  </a:lnTo>
                  <a:lnTo>
                    <a:pt x="203413" y="289771"/>
                  </a:lnTo>
                  <a:cubicBezTo>
                    <a:pt x="209598" y="289771"/>
                    <a:pt x="213688" y="296141"/>
                    <a:pt x="211156" y="301781"/>
                  </a:cubicBezTo>
                  <a:lnTo>
                    <a:pt x="197715" y="331394"/>
                  </a:lnTo>
                  <a:lnTo>
                    <a:pt x="217876" y="406228"/>
                  </a:lnTo>
                  <a:cubicBezTo>
                    <a:pt x="220409" y="419016"/>
                    <a:pt x="220506" y="432193"/>
                    <a:pt x="218120" y="445030"/>
                  </a:cubicBezTo>
                  <a:cubicBezTo>
                    <a:pt x="226155" y="438660"/>
                    <a:pt x="232096" y="429665"/>
                    <a:pt x="234580" y="419113"/>
                  </a:cubicBezTo>
                  <a:lnTo>
                    <a:pt x="261462" y="304796"/>
                  </a:lnTo>
                  <a:cubicBezTo>
                    <a:pt x="263507" y="295995"/>
                    <a:pt x="271347" y="289771"/>
                    <a:pt x="280405" y="289771"/>
                  </a:cubicBezTo>
                  <a:lnTo>
                    <a:pt x="325987" y="289771"/>
                  </a:lnTo>
                  <a:cubicBezTo>
                    <a:pt x="354670" y="289771"/>
                    <a:pt x="377948" y="313014"/>
                    <a:pt x="377948" y="341654"/>
                  </a:cubicBezTo>
                  <a:lnTo>
                    <a:pt x="377948" y="433847"/>
                  </a:lnTo>
                  <a:lnTo>
                    <a:pt x="367965" y="443815"/>
                  </a:lnTo>
                  <a:lnTo>
                    <a:pt x="345320" y="421204"/>
                  </a:lnTo>
                  <a:cubicBezTo>
                    <a:pt x="336116" y="412014"/>
                    <a:pt x="323893" y="406957"/>
                    <a:pt x="310890" y="406957"/>
                  </a:cubicBezTo>
                  <a:cubicBezTo>
                    <a:pt x="297888" y="406957"/>
                    <a:pt x="285665" y="412014"/>
                    <a:pt x="276461" y="421204"/>
                  </a:cubicBezTo>
                  <a:lnTo>
                    <a:pt x="244076" y="453540"/>
                  </a:lnTo>
                  <a:cubicBezTo>
                    <a:pt x="225084" y="472503"/>
                    <a:pt x="225084" y="503380"/>
                    <a:pt x="244076" y="522344"/>
                  </a:cubicBezTo>
                  <a:lnTo>
                    <a:pt x="280454" y="558667"/>
                  </a:lnTo>
                  <a:lnTo>
                    <a:pt x="283522" y="561730"/>
                  </a:lnTo>
                  <a:lnTo>
                    <a:pt x="188998" y="561730"/>
                  </a:lnTo>
                  <a:lnTo>
                    <a:pt x="19479" y="561730"/>
                  </a:lnTo>
                  <a:cubicBezTo>
                    <a:pt x="8766" y="561730"/>
                    <a:pt x="0" y="553026"/>
                    <a:pt x="0" y="542280"/>
                  </a:cubicBezTo>
                  <a:lnTo>
                    <a:pt x="0" y="341654"/>
                  </a:lnTo>
                  <a:cubicBezTo>
                    <a:pt x="0" y="313014"/>
                    <a:pt x="23278" y="289771"/>
                    <a:pt x="51961" y="289771"/>
                  </a:cubicBezTo>
                  <a:close/>
                  <a:moveTo>
                    <a:pt x="273435" y="375"/>
                  </a:moveTo>
                  <a:cubicBezTo>
                    <a:pt x="289020" y="-2299"/>
                    <a:pt x="303290" y="9663"/>
                    <a:pt x="303290" y="25467"/>
                  </a:cubicBezTo>
                  <a:lnTo>
                    <a:pt x="303290" y="135216"/>
                  </a:lnTo>
                  <a:lnTo>
                    <a:pt x="303290" y="147422"/>
                  </a:lnTo>
                  <a:cubicBezTo>
                    <a:pt x="303290" y="210831"/>
                    <a:pt x="252492" y="262180"/>
                    <a:pt x="189032" y="262180"/>
                  </a:cubicBezTo>
                  <a:cubicBezTo>
                    <a:pt x="125523" y="262180"/>
                    <a:pt x="73459" y="210831"/>
                    <a:pt x="73459" y="147422"/>
                  </a:cubicBezTo>
                  <a:lnTo>
                    <a:pt x="73459" y="81922"/>
                  </a:lnTo>
                  <a:cubicBezTo>
                    <a:pt x="73459" y="57220"/>
                    <a:pt x="90895" y="35970"/>
                    <a:pt x="115100" y="31059"/>
                  </a:cubicBezTo>
                  <a:cubicBezTo>
                    <a:pt x="136238" y="26828"/>
                    <a:pt x="254538" y="3585"/>
                    <a:pt x="273435" y="375"/>
                  </a:cubicBezTo>
                  <a:close/>
                </a:path>
              </a:pathLst>
            </a:custGeom>
            <a:solidFill>
              <a:schemeClr val="accent1">
                <a:lumMod val="10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12" name="ïs1íḍé"/>
            <p:cNvGrpSpPr/>
            <p:nvPr/>
          </p:nvGrpSpPr>
          <p:grpSpPr>
            <a:xfrm>
              <a:off x="4267088" y="3448651"/>
              <a:ext cx="1097280" cy="1097280"/>
              <a:chOff x="3527538" y="3122851"/>
              <a:chExt cx="1097280" cy="1097280"/>
            </a:xfrm>
          </p:grpSpPr>
          <p:sp>
            <p:nvSpPr>
              <p:cNvPr id="22" name="îŝļîde"/>
              <p:cNvSpPr/>
              <p:nvPr/>
            </p:nvSpPr>
            <p:spPr>
              <a:xfrm>
                <a:off x="3527538" y="3122851"/>
                <a:ext cx="1097280" cy="109728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3" name="íŝliďé"/>
              <p:cNvSpPr/>
              <p:nvPr/>
            </p:nvSpPr>
            <p:spPr>
              <a:xfrm>
                <a:off x="3564092" y="3159405"/>
                <a:ext cx="1024172" cy="1024172"/>
              </a:xfrm>
              <a:prstGeom prst="ellipse">
                <a:avLst/>
              </a:prstGeom>
              <a:noFill/>
              <a:ln w="28575">
                <a:solidFill>
                  <a:schemeClr val="accent1">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13" name="ïṡľíde"/>
            <p:cNvSpPr/>
            <p:nvPr/>
          </p:nvSpPr>
          <p:spPr>
            <a:xfrm>
              <a:off x="4500767" y="3772864"/>
              <a:ext cx="629922" cy="448854"/>
            </a:xfrm>
            <a:custGeom>
              <a:avLst/>
              <a:gdLst>
                <a:gd name="connsiteX0" fmla="*/ 32029 w 606007"/>
                <a:gd name="connsiteY0" fmla="*/ 122123 h 431814"/>
                <a:gd name="connsiteX1" fmla="*/ 44636 w 606007"/>
                <a:gd name="connsiteY1" fmla="*/ 124643 h 431814"/>
                <a:gd name="connsiteX2" fmla="*/ 247598 w 606007"/>
                <a:gd name="connsiteY2" fmla="*/ 246133 h 431814"/>
                <a:gd name="connsiteX3" fmla="*/ 299951 w 606007"/>
                <a:gd name="connsiteY3" fmla="*/ 225347 h 431814"/>
                <a:gd name="connsiteX4" fmla="*/ 202842 w 606007"/>
                <a:gd name="connsiteY4" fmla="*/ 217865 h 431814"/>
                <a:gd name="connsiteX5" fmla="*/ 193787 w 606007"/>
                <a:gd name="connsiteY5" fmla="*/ 183465 h 431814"/>
                <a:gd name="connsiteX6" fmla="*/ 400391 w 606007"/>
                <a:gd name="connsiteY6" fmla="*/ 169435 h 431814"/>
                <a:gd name="connsiteX7" fmla="*/ 577019 w 606007"/>
                <a:gd name="connsiteY7" fmla="*/ 313892 h 431814"/>
                <a:gd name="connsiteX8" fmla="*/ 582224 w 606007"/>
                <a:gd name="connsiteY8" fmla="*/ 323765 h 431814"/>
                <a:gd name="connsiteX9" fmla="*/ 585034 w 606007"/>
                <a:gd name="connsiteY9" fmla="*/ 424158 h 431814"/>
                <a:gd name="connsiteX10" fmla="*/ 522688 w 606007"/>
                <a:gd name="connsiteY10" fmla="*/ 399424 h 431814"/>
                <a:gd name="connsiteX11" fmla="*/ 457428 w 606007"/>
                <a:gd name="connsiteY11" fmla="*/ 330001 h 431814"/>
                <a:gd name="connsiteX12" fmla="*/ 455659 w 606007"/>
                <a:gd name="connsiteY12" fmla="*/ 330417 h 431814"/>
                <a:gd name="connsiteX13" fmla="*/ 166413 w 606007"/>
                <a:gd name="connsiteY13" fmla="*/ 320232 h 431814"/>
                <a:gd name="connsiteX14" fmla="*/ 3420 w 606007"/>
                <a:gd name="connsiteY14" fmla="*/ 158835 h 431814"/>
                <a:gd name="connsiteX15" fmla="*/ 18720 w 606007"/>
                <a:gd name="connsiteY15" fmla="*/ 129112 h 431814"/>
                <a:gd name="connsiteX16" fmla="*/ 20281 w 606007"/>
                <a:gd name="connsiteY16" fmla="*/ 127865 h 431814"/>
                <a:gd name="connsiteX17" fmla="*/ 32029 w 606007"/>
                <a:gd name="connsiteY17" fmla="*/ 122123 h 431814"/>
                <a:gd name="connsiteX18" fmla="*/ 243700 w 606007"/>
                <a:gd name="connsiteY18" fmla="*/ 95214 h 431814"/>
                <a:gd name="connsiteX19" fmla="*/ 330644 w 606007"/>
                <a:gd name="connsiteY19" fmla="*/ 97150 h 431814"/>
                <a:gd name="connsiteX20" fmla="*/ 418382 w 606007"/>
                <a:gd name="connsiteY20" fmla="*/ 118145 h 431814"/>
                <a:gd name="connsiteX21" fmla="*/ 418382 w 606007"/>
                <a:gd name="connsiteY21" fmla="*/ 133113 h 431814"/>
                <a:gd name="connsiteX22" fmla="*/ 418278 w 606007"/>
                <a:gd name="connsiteY22" fmla="*/ 133217 h 431814"/>
                <a:gd name="connsiteX23" fmla="*/ 412657 w 606007"/>
                <a:gd name="connsiteY23" fmla="*/ 146521 h 431814"/>
                <a:gd name="connsiteX24" fmla="*/ 164327 w 606007"/>
                <a:gd name="connsiteY24" fmla="*/ 184147 h 431814"/>
                <a:gd name="connsiteX25" fmla="*/ 148195 w 606007"/>
                <a:gd name="connsiteY25" fmla="*/ 188513 h 431814"/>
                <a:gd name="connsiteX26" fmla="*/ 143407 w 606007"/>
                <a:gd name="connsiteY26" fmla="*/ 161800 h 431814"/>
                <a:gd name="connsiteX27" fmla="*/ 143720 w 606007"/>
                <a:gd name="connsiteY27" fmla="*/ 112221 h 431814"/>
                <a:gd name="connsiteX28" fmla="*/ 156834 w 606007"/>
                <a:gd name="connsiteY28" fmla="*/ 99124 h 431814"/>
                <a:gd name="connsiteX29" fmla="*/ 243700 w 606007"/>
                <a:gd name="connsiteY29" fmla="*/ 95214 h 431814"/>
                <a:gd name="connsiteX30" fmla="*/ 181420 w 606007"/>
                <a:gd name="connsiteY30" fmla="*/ 1042 h 431814"/>
                <a:gd name="connsiteX31" fmla="*/ 354418 w 606007"/>
                <a:gd name="connsiteY31" fmla="*/ 8002 h 431814"/>
                <a:gd name="connsiteX32" fmla="*/ 396366 w 606007"/>
                <a:gd name="connsiteY32" fmla="*/ 15898 h 431814"/>
                <a:gd name="connsiteX33" fmla="*/ 386998 w 606007"/>
                <a:gd name="connsiteY33" fmla="*/ 82801 h 431814"/>
                <a:gd name="connsiteX34" fmla="*/ 329332 w 606007"/>
                <a:gd name="connsiteY34" fmla="*/ 78646 h 431814"/>
                <a:gd name="connsiteX35" fmla="*/ 277599 w 606007"/>
                <a:gd name="connsiteY35" fmla="*/ 75529 h 431814"/>
                <a:gd name="connsiteX36" fmla="*/ 253763 w 606007"/>
                <a:gd name="connsiteY36" fmla="*/ 74906 h 431814"/>
                <a:gd name="connsiteX37" fmla="*/ 248871 w 606007"/>
                <a:gd name="connsiteY37" fmla="*/ 75529 h 431814"/>
                <a:gd name="connsiteX38" fmla="*/ 148424 w 606007"/>
                <a:gd name="connsiteY38" fmla="*/ 75529 h 431814"/>
                <a:gd name="connsiteX39" fmla="*/ 139680 w 606007"/>
                <a:gd name="connsiteY39" fmla="*/ 63167 h 431814"/>
                <a:gd name="connsiteX40" fmla="*/ 137286 w 606007"/>
                <a:gd name="connsiteY40" fmla="*/ 57972 h 431814"/>
                <a:gd name="connsiteX41" fmla="*/ 136766 w 606007"/>
                <a:gd name="connsiteY41" fmla="*/ 54440 h 431814"/>
                <a:gd name="connsiteX42" fmla="*/ 132915 w 606007"/>
                <a:gd name="connsiteY42" fmla="*/ 45817 h 431814"/>
                <a:gd name="connsiteX43" fmla="*/ 135101 w 606007"/>
                <a:gd name="connsiteY43" fmla="*/ 24417 h 431814"/>
                <a:gd name="connsiteX44" fmla="*/ 181420 w 606007"/>
                <a:gd name="connsiteY44" fmla="*/ 1042 h 43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06007" h="431814">
                  <a:moveTo>
                    <a:pt x="32029" y="122123"/>
                  </a:moveTo>
                  <a:cubicBezTo>
                    <a:pt x="36440" y="121291"/>
                    <a:pt x="40993" y="121837"/>
                    <a:pt x="44636" y="124643"/>
                  </a:cubicBezTo>
                  <a:cubicBezTo>
                    <a:pt x="116349" y="179724"/>
                    <a:pt x="144452" y="250082"/>
                    <a:pt x="247598" y="246133"/>
                  </a:cubicBezTo>
                  <a:cubicBezTo>
                    <a:pt x="273098" y="245093"/>
                    <a:pt x="427453" y="252576"/>
                    <a:pt x="299951" y="225347"/>
                  </a:cubicBezTo>
                  <a:cubicBezTo>
                    <a:pt x="270184" y="218904"/>
                    <a:pt x="234067" y="223165"/>
                    <a:pt x="202842" y="217865"/>
                  </a:cubicBezTo>
                  <a:cubicBezTo>
                    <a:pt x="186189" y="215059"/>
                    <a:pt x="184940" y="194066"/>
                    <a:pt x="193787" y="183465"/>
                  </a:cubicBezTo>
                  <a:cubicBezTo>
                    <a:pt x="227510" y="142934"/>
                    <a:pt x="355427" y="160394"/>
                    <a:pt x="400391" y="169435"/>
                  </a:cubicBezTo>
                  <a:cubicBezTo>
                    <a:pt x="476788" y="184920"/>
                    <a:pt x="523625" y="259955"/>
                    <a:pt x="577019" y="313892"/>
                  </a:cubicBezTo>
                  <a:cubicBezTo>
                    <a:pt x="580038" y="317010"/>
                    <a:pt x="581495" y="320440"/>
                    <a:pt x="582224" y="323765"/>
                  </a:cubicBezTo>
                  <a:cubicBezTo>
                    <a:pt x="608244" y="351618"/>
                    <a:pt x="618028" y="397345"/>
                    <a:pt x="585034" y="424158"/>
                  </a:cubicBezTo>
                  <a:cubicBezTo>
                    <a:pt x="558909" y="445255"/>
                    <a:pt x="538301" y="418026"/>
                    <a:pt x="522688" y="399424"/>
                  </a:cubicBezTo>
                  <a:cubicBezTo>
                    <a:pt x="502184" y="375105"/>
                    <a:pt x="479078" y="353280"/>
                    <a:pt x="457428" y="330001"/>
                  </a:cubicBezTo>
                  <a:cubicBezTo>
                    <a:pt x="456804" y="330105"/>
                    <a:pt x="456388" y="330417"/>
                    <a:pt x="455659" y="330417"/>
                  </a:cubicBezTo>
                  <a:cubicBezTo>
                    <a:pt x="370623" y="333638"/>
                    <a:pt x="245412" y="359516"/>
                    <a:pt x="166413" y="320232"/>
                  </a:cubicBezTo>
                  <a:cubicBezTo>
                    <a:pt x="100321" y="287287"/>
                    <a:pt x="47030" y="216514"/>
                    <a:pt x="3420" y="158835"/>
                  </a:cubicBezTo>
                  <a:cubicBezTo>
                    <a:pt x="-6052" y="146260"/>
                    <a:pt x="5813" y="131502"/>
                    <a:pt x="18720" y="129112"/>
                  </a:cubicBezTo>
                  <a:cubicBezTo>
                    <a:pt x="19240" y="128696"/>
                    <a:pt x="19761" y="128280"/>
                    <a:pt x="20281" y="127865"/>
                  </a:cubicBezTo>
                  <a:cubicBezTo>
                    <a:pt x="23352" y="125163"/>
                    <a:pt x="27619" y="122954"/>
                    <a:pt x="32029" y="122123"/>
                  </a:cubicBezTo>
                  <a:close/>
                  <a:moveTo>
                    <a:pt x="243700" y="95214"/>
                  </a:moveTo>
                  <a:cubicBezTo>
                    <a:pt x="272725" y="95097"/>
                    <a:pt x="301763" y="95954"/>
                    <a:pt x="330644" y="97150"/>
                  </a:cubicBezTo>
                  <a:cubicBezTo>
                    <a:pt x="355414" y="98189"/>
                    <a:pt x="404539" y="91017"/>
                    <a:pt x="418382" y="118145"/>
                  </a:cubicBezTo>
                  <a:cubicBezTo>
                    <a:pt x="420567" y="122615"/>
                    <a:pt x="421504" y="128747"/>
                    <a:pt x="418382" y="133113"/>
                  </a:cubicBezTo>
                  <a:lnTo>
                    <a:pt x="418278" y="133217"/>
                  </a:lnTo>
                  <a:cubicBezTo>
                    <a:pt x="420567" y="138310"/>
                    <a:pt x="419110" y="145274"/>
                    <a:pt x="412657" y="146521"/>
                  </a:cubicBezTo>
                  <a:cubicBezTo>
                    <a:pt x="372379" y="154628"/>
                    <a:pt x="169427" y="128643"/>
                    <a:pt x="164327" y="184147"/>
                  </a:cubicBezTo>
                  <a:cubicBezTo>
                    <a:pt x="163599" y="192047"/>
                    <a:pt x="152566" y="196724"/>
                    <a:pt x="148195" y="188513"/>
                  </a:cubicBezTo>
                  <a:cubicBezTo>
                    <a:pt x="142679" y="178223"/>
                    <a:pt x="141430" y="169388"/>
                    <a:pt x="143407" y="161800"/>
                  </a:cubicBezTo>
                  <a:cubicBezTo>
                    <a:pt x="141846" y="144962"/>
                    <a:pt x="142054" y="129683"/>
                    <a:pt x="143720" y="112221"/>
                  </a:cubicBezTo>
                  <a:cubicBezTo>
                    <a:pt x="144344" y="104529"/>
                    <a:pt x="149236" y="99852"/>
                    <a:pt x="156834" y="99124"/>
                  </a:cubicBezTo>
                  <a:cubicBezTo>
                    <a:pt x="185664" y="96422"/>
                    <a:pt x="214675" y="95331"/>
                    <a:pt x="243700" y="95214"/>
                  </a:cubicBezTo>
                  <a:close/>
                  <a:moveTo>
                    <a:pt x="181420" y="1042"/>
                  </a:moveTo>
                  <a:cubicBezTo>
                    <a:pt x="237629" y="9457"/>
                    <a:pt x="296648" y="2081"/>
                    <a:pt x="354418" y="8002"/>
                  </a:cubicBezTo>
                  <a:cubicBezTo>
                    <a:pt x="370135" y="6860"/>
                    <a:pt x="386269" y="7171"/>
                    <a:pt x="396366" y="15898"/>
                  </a:cubicBezTo>
                  <a:cubicBezTo>
                    <a:pt x="414165" y="31273"/>
                    <a:pt x="412291" y="76049"/>
                    <a:pt x="386998" y="82801"/>
                  </a:cubicBezTo>
                  <a:cubicBezTo>
                    <a:pt x="371696" y="86853"/>
                    <a:pt x="345362" y="79581"/>
                    <a:pt x="329332" y="78646"/>
                  </a:cubicBezTo>
                  <a:cubicBezTo>
                    <a:pt x="312053" y="77607"/>
                    <a:pt x="294878" y="76568"/>
                    <a:pt x="277599" y="75529"/>
                  </a:cubicBezTo>
                  <a:cubicBezTo>
                    <a:pt x="269897" y="75114"/>
                    <a:pt x="261882" y="75010"/>
                    <a:pt x="253763" y="74906"/>
                  </a:cubicBezTo>
                  <a:cubicBezTo>
                    <a:pt x="252201" y="75114"/>
                    <a:pt x="250536" y="75218"/>
                    <a:pt x="248871" y="75529"/>
                  </a:cubicBezTo>
                  <a:cubicBezTo>
                    <a:pt x="214625" y="81139"/>
                    <a:pt x="182357" y="83633"/>
                    <a:pt x="148424" y="75529"/>
                  </a:cubicBezTo>
                  <a:cubicBezTo>
                    <a:pt x="142387" y="74075"/>
                    <a:pt x="139680" y="68673"/>
                    <a:pt x="139680" y="63167"/>
                  </a:cubicBezTo>
                  <a:cubicBezTo>
                    <a:pt x="138640" y="61608"/>
                    <a:pt x="137599" y="60154"/>
                    <a:pt x="137286" y="57972"/>
                  </a:cubicBezTo>
                  <a:cubicBezTo>
                    <a:pt x="136974" y="56830"/>
                    <a:pt x="136974" y="55583"/>
                    <a:pt x="136766" y="54440"/>
                  </a:cubicBezTo>
                  <a:cubicBezTo>
                    <a:pt x="134684" y="52258"/>
                    <a:pt x="133123" y="49557"/>
                    <a:pt x="132915" y="45817"/>
                  </a:cubicBezTo>
                  <a:cubicBezTo>
                    <a:pt x="132186" y="34494"/>
                    <a:pt x="132290" y="33247"/>
                    <a:pt x="135101" y="24417"/>
                  </a:cubicBezTo>
                  <a:cubicBezTo>
                    <a:pt x="140201" y="4262"/>
                    <a:pt x="155086" y="-2906"/>
                    <a:pt x="181420" y="1042"/>
                  </a:cubicBezTo>
                  <a:close/>
                </a:path>
              </a:pathLst>
            </a:custGeom>
            <a:solidFill>
              <a:schemeClr val="accent1">
                <a:lumMod val="10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14" name="îSlíḍé"/>
            <p:cNvGrpSpPr/>
            <p:nvPr/>
          </p:nvGrpSpPr>
          <p:grpSpPr>
            <a:xfrm>
              <a:off x="6827628" y="3448651"/>
              <a:ext cx="1097280" cy="1097280"/>
              <a:chOff x="3527538" y="3122851"/>
              <a:chExt cx="1097280" cy="1097280"/>
            </a:xfrm>
          </p:grpSpPr>
          <p:sp>
            <p:nvSpPr>
              <p:cNvPr id="20" name="îşlíḍé"/>
              <p:cNvSpPr/>
              <p:nvPr/>
            </p:nvSpPr>
            <p:spPr>
              <a:xfrm>
                <a:off x="3527538" y="3122851"/>
                <a:ext cx="1097280" cy="1097280"/>
              </a:xfrm>
              <a:prstGeom prst="ellipse">
                <a:avLst/>
              </a:prstGeom>
              <a:noFill/>
              <a:ln w="25400">
                <a:solidFill>
                  <a:schemeClr val="accent1">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1" name="ï$1íḑê"/>
              <p:cNvSpPr/>
              <p:nvPr/>
            </p:nvSpPr>
            <p:spPr>
              <a:xfrm>
                <a:off x="3564092" y="3159405"/>
                <a:ext cx="1024172" cy="1024172"/>
              </a:xfrm>
              <a:prstGeom prst="ellips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15" name="ïṣļiḑe"/>
            <p:cNvSpPr/>
            <p:nvPr/>
          </p:nvSpPr>
          <p:spPr>
            <a:xfrm>
              <a:off x="7061307" y="3682806"/>
              <a:ext cx="629922" cy="628970"/>
            </a:xfrm>
            <a:custGeom>
              <a:avLst/>
              <a:gdLst>
                <a:gd name="connsiteX0" fmla="*/ 298447 w 606933"/>
                <a:gd name="connsiteY0" fmla="*/ 207674 h 606016"/>
                <a:gd name="connsiteX1" fmla="*/ 303628 w 606933"/>
                <a:gd name="connsiteY1" fmla="*/ 207674 h 606016"/>
                <a:gd name="connsiteX2" fmla="*/ 315496 w 606933"/>
                <a:gd name="connsiteY2" fmla="*/ 219620 h 606016"/>
                <a:gd name="connsiteX3" fmla="*/ 323973 w 606933"/>
                <a:gd name="connsiteY3" fmla="*/ 229403 h 606016"/>
                <a:gd name="connsiteX4" fmla="*/ 342435 w 606933"/>
                <a:gd name="connsiteY4" fmla="*/ 234859 h 606016"/>
                <a:gd name="connsiteX5" fmla="*/ 345920 w 606933"/>
                <a:gd name="connsiteY5" fmla="*/ 242007 h 606016"/>
                <a:gd name="connsiteX6" fmla="*/ 341399 w 606933"/>
                <a:gd name="connsiteY6" fmla="*/ 257434 h 606016"/>
                <a:gd name="connsiteX7" fmla="*/ 333769 w 606933"/>
                <a:gd name="connsiteY7" fmla="*/ 260726 h 606016"/>
                <a:gd name="connsiteX8" fmla="*/ 304476 w 606933"/>
                <a:gd name="connsiteY8" fmla="*/ 254988 h 606016"/>
                <a:gd name="connsiteX9" fmla="*/ 296658 w 606933"/>
                <a:gd name="connsiteY9" fmla="*/ 256587 h 606016"/>
                <a:gd name="connsiteX10" fmla="*/ 293926 w 606933"/>
                <a:gd name="connsiteY10" fmla="*/ 276247 h 606016"/>
                <a:gd name="connsiteX11" fmla="*/ 306642 w 606933"/>
                <a:gd name="connsiteY11" fmla="*/ 283396 h 606016"/>
                <a:gd name="connsiteX12" fmla="*/ 329813 w 606933"/>
                <a:gd name="connsiteY12" fmla="*/ 293931 h 606016"/>
                <a:gd name="connsiteX13" fmla="*/ 343565 w 606933"/>
                <a:gd name="connsiteY13" fmla="*/ 356954 h 606016"/>
                <a:gd name="connsiteX14" fmla="*/ 320394 w 606933"/>
                <a:gd name="connsiteY14" fmla="*/ 371722 h 606016"/>
                <a:gd name="connsiteX15" fmla="*/ 314742 w 606933"/>
                <a:gd name="connsiteY15" fmla="*/ 379153 h 606016"/>
                <a:gd name="connsiteX16" fmla="*/ 314742 w 606933"/>
                <a:gd name="connsiteY16" fmla="*/ 391381 h 606016"/>
                <a:gd name="connsiteX17" fmla="*/ 309279 w 606933"/>
                <a:gd name="connsiteY17" fmla="*/ 397025 h 606016"/>
                <a:gd name="connsiteX18" fmla="*/ 296093 w 606933"/>
                <a:gd name="connsiteY18" fmla="*/ 397025 h 606016"/>
                <a:gd name="connsiteX19" fmla="*/ 290253 w 606933"/>
                <a:gd name="connsiteY19" fmla="*/ 391005 h 606016"/>
                <a:gd name="connsiteX20" fmla="*/ 290158 w 606933"/>
                <a:gd name="connsiteY20" fmla="*/ 382163 h 606016"/>
                <a:gd name="connsiteX21" fmla="*/ 283471 w 606933"/>
                <a:gd name="connsiteY21" fmla="*/ 374261 h 606016"/>
                <a:gd name="connsiteX22" fmla="*/ 260017 w 606933"/>
                <a:gd name="connsiteY22" fmla="*/ 367489 h 606016"/>
                <a:gd name="connsiteX23" fmla="*/ 255214 w 606933"/>
                <a:gd name="connsiteY23" fmla="*/ 357048 h 606016"/>
                <a:gd name="connsiteX24" fmla="*/ 259170 w 606933"/>
                <a:gd name="connsiteY24" fmla="*/ 343502 h 606016"/>
                <a:gd name="connsiteX25" fmla="*/ 267082 w 606933"/>
                <a:gd name="connsiteY25" fmla="*/ 340116 h 606016"/>
                <a:gd name="connsiteX26" fmla="*/ 293173 w 606933"/>
                <a:gd name="connsiteY26" fmla="*/ 347923 h 606016"/>
                <a:gd name="connsiteX27" fmla="*/ 310221 w 606933"/>
                <a:gd name="connsiteY27" fmla="*/ 345666 h 606016"/>
                <a:gd name="connsiteX28" fmla="*/ 313424 w 606933"/>
                <a:gd name="connsiteY28" fmla="*/ 322338 h 606016"/>
                <a:gd name="connsiteX29" fmla="*/ 303628 w 606933"/>
                <a:gd name="connsiteY29" fmla="*/ 316506 h 606016"/>
                <a:gd name="connsiteX30" fmla="*/ 276972 w 606933"/>
                <a:gd name="connsiteY30" fmla="*/ 304654 h 606016"/>
                <a:gd name="connsiteX31" fmla="*/ 255590 w 606933"/>
                <a:gd name="connsiteY31" fmla="*/ 268627 h 606016"/>
                <a:gd name="connsiteX32" fmla="*/ 284601 w 606933"/>
                <a:gd name="connsiteY32" fmla="*/ 231848 h 606016"/>
                <a:gd name="connsiteX33" fmla="*/ 291760 w 606933"/>
                <a:gd name="connsiteY33" fmla="*/ 221972 h 606016"/>
                <a:gd name="connsiteX34" fmla="*/ 291760 w 606933"/>
                <a:gd name="connsiteY34" fmla="*/ 214447 h 606016"/>
                <a:gd name="connsiteX35" fmla="*/ 298447 w 606933"/>
                <a:gd name="connsiteY35" fmla="*/ 207674 h 606016"/>
                <a:gd name="connsiteX36" fmla="*/ 303420 w 606933"/>
                <a:gd name="connsiteY36" fmla="*/ 180121 h 606016"/>
                <a:gd name="connsiteX37" fmla="*/ 180864 w 606933"/>
                <a:gd name="connsiteY37" fmla="*/ 302491 h 606016"/>
                <a:gd name="connsiteX38" fmla="*/ 303420 w 606933"/>
                <a:gd name="connsiteY38" fmla="*/ 424860 h 606016"/>
                <a:gd name="connsiteX39" fmla="*/ 426069 w 606933"/>
                <a:gd name="connsiteY39" fmla="*/ 302491 h 606016"/>
                <a:gd name="connsiteX40" fmla="*/ 303420 w 606933"/>
                <a:gd name="connsiteY40" fmla="*/ 180121 h 606016"/>
                <a:gd name="connsiteX41" fmla="*/ 303420 w 606933"/>
                <a:gd name="connsiteY41" fmla="*/ 0 h 606016"/>
                <a:gd name="connsiteX42" fmla="*/ 356360 w 606933"/>
                <a:gd name="connsiteY42" fmla="*/ 52767 h 606016"/>
                <a:gd name="connsiteX43" fmla="*/ 321695 w 606933"/>
                <a:gd name="connsiteY43" fmla="*/ 102335 h 606016"/>
                <a:gd name="connsiteX44" fmla="*/ 321695 w 606933"/>
                <a:gd name="connsiteY44" fmla="*/ 149364 h 606016"/>
                <a:gd name="connsiteX45" fmla="*/ 399316 w 606933"/>
                <a:gd name="connsiteY45" fmla="*/ 181626 h 606016"/>
                <a:gd name="connsiteX46" fmla="*/ 405815 w 606933"/>
                <a:gd name="connsiteY46" fmla="*/ 175042 h 606016"/>
                <a:gd name="connsiteX47" fmla="*/ 432851 w 606933"/>
                <a:gd name="connsiteY47" fmla="*/ 148141 h 606016"/>
                <a:gd name="connsiteX48" fmla="*/ 443401 w 606933"/>
                <a:gd name="connsiteY48" fmla="*/ 88791 h 606016"/>
                <a:gd name="connsiteX49" fmla="*/ 518008 w 606933"/>
                <a:gd name="connsiteY49" fmla="*/ 88791 h 606016"/>
                <a:gd name="connsiteX50" fmla="*/ 518008 w 606933"/>
                <a:gd name="connsiteY50" fmla="*/ 163285 h 606016"/>
                <a:gd name="connsiteX51" fmla="*/ 458568 w 606933"/>
                <a:gd name="connsiteY51" fmla="*/ 173819 h 606016"/>
                <a:gd name="connsiteX52" fmla="*/ 425032 w 606933"/>
                <a:gd name="connsiteY52" fmla="*/ 207304 h 606016"/>
                <a:gd name="connsiteX53" fmla="*/ 457343 w 606933"/>
                <a:gd name="connsiteY53" fmla="*/ 287818 h 606016"/>
                <a:gd name="connsiteX54" fmla="*/ 503407 w 606933"/>
                <a:gd name="connsiteY54" fmla="*/ 287818 h 606016"/>
                <a:gd name="connsiteX55" fmla="*/ 553993 w 606933"/>
                <a:gd name="connsiteY55" fmla="*/ 250194 h 606016"/>
                <a:gd name="connsiteX56" fmla="*/ 606933 w 606933"/>
                <a:gd name="connsiteY56" fmla="*/ 302961 h 606016"/>
                <a:gd name="connsiteX57" fmla="*/ 553993 w 606933"/>
                <a:gd name="connsiteY57" fmla="*/ 355822 h 606016"/>
                <a:gd name="connsiteX58" fmla="*/ 505668 w 606933"/>
                <a:gd name="connsiteY58" fmla="*/ 324312 h 606016"/>
                <a:gd name="connsiteX59" fmla="*/ 456589 w 606933"/>
                <a:gd name="connsiteY59" fmla="*/ 324312 h 606016"/>
                <a:gd name="connsiteX60" fmla="*/ 424656 w 606933"/>
                <a:gd name="connsiteY60" fmla="*/ 398336 h 606016"/>
                <a:gd name="connsiteX61" fmla="*/ 458473 w 606933"/>
                <a:gd name="connsiteY61" fmla="*/ 432009 h 606016"/>
                <a:gd name="connsiteX62" fmla="*/ 480705 w 606933"/>
                <a:gd name="connsiteY62" fmla="*/ 427118 h 606016"/>
                <a:gd name="connsiteX63" fmla="*/ 533645 w 606933"/>
                <a:gd name="connsiteY63" fmla="*/ 480072 h 606016"/>
                <a:gd name="connsiteX64" fmla="*/ 480799 w 606933"/>
                <a:gd name="connsiteY64" fmla="*/ 532839 h 606016"/>
                <a:gd name="connsiteX65" fmla="*/ 427953 w 606933"/>
                <a:gd name="connsiteY65" fmla="*/ 480072 h 606016"/>
                <a:gd name="connsiteX66" fmla="*/ 432851 w 606933"/>
                <a:gd name="connsiteY66" fmla="*/ 457875 h 606016"/>
                <a:gd name="connsiteX67" fmla="*/ 398939 w 606933"/>
                <a:gd name="connsiteY67" fmla="*/ 424014 h 606016"/>
                <a:gd name="connsiteX68" fmla="*/ 321789 w 606933"/>
                <a:gd name="connsiteY68" fmla="*/ 455899 h 606016"/>
                <a:gd name="connsiteX69" fmla="*/ 321789 w 606933"/>
                <a:gd name="connsiteY69" fmla="*/ 466904 h 606016"/>
                <a:gd name="connsiteX70" fmla="*/ 321789 w 606933"/>
                <a:gd name="connsiteY70" fmla="*/ 503681 h 606016"/>
                <a:gd name="connsiteX71" fmla="*/ 356454 w 606933"/>
                <a:gd name="connsiteY71" fmla="*/ 553155 h 606016"/>
                <a:gd name="connsiteX72" fmla="*/ 303608 w 606933"/>
                <a:gd name="connsiteY72" fmla="*/ 606016 h 606016"/>
                <a:gd name="connsiteX73" fmla="*/ 250667 w 606933"/>
                <a:gd name="connsiteY73" fmla="*/ 553155 h 606016"/>
                <a:gd name="connsiteX74" fmla="*/ 285333 w 606933"/>
                <a:gd name="connsiteY74" fmla="*/ 503681 h 606016"/>
                <a:gd name="connsiteX75" fmla="*/ 285333 w 606933"/>
                <a:gd name="connsiteY75" fmla="*/ 466810 h 606016"/>
                <a:gd name="connsiteX76" fmla="*/ 285333 w 606933"/>
                <a:gd name="connsiteY76" fmla="*/ 455711 h 606016"/>
                <a:gd name="connsiteX77" fmla="*/ 208277 w 606933"/>
                <a:gd name="connsiteY77" fmla="*/ 423920 h 606016"/>
                <a:gd name="connsiteX78" fmla="*/ 174365 w 606933"/>
                <a:gd name="connsiteY78" fmla="*/ 457781 h 606016"/>
                <a:gd name="connsiteX79" fmla="*/ 179263 w 606933"/>
                <a:gd name="connsiteY79" fmla="*/ 479978 h 606016"/>
                <a:gd name="connsiteX80" fmla="*/ 126322 w 606933"/>
                <a:gd name="connsiteY80" fmla="*/ 532745 h 606016"/>
                <a:gd name="connsiteX81" fmla="*/ 73476 w 606933"/>
                <a:gd name="connsiteY81" fmla="*/ 479978 h 606016"/>
                <a:gd name="connsiteX82" fmla="*/ 126322 w 606933"/>
                <a:gd name="connsiteY82" fmla="*/ 427118 h 606016"/>
                <a:gd name="connsiteX83" fmla="*/ 148554 w 606933"/>
                <a:gd name="connsiteY83" fmla="*/ 432009 h 606016"/>
                <a:gd name="connsiteX84" fmla="*/ 182372 w 606933"/>
                <a:gd name="connsiteY84" fmla="*/ 398336 h 606016"/>
                <a:gd name="connsiteX85" fmla="*/ 150438 w 606933"/>
                <a:gd name="connsiteY85" fmla="*/ 324312 h 606016"/>
                <a:gd name="connsiteX86" fmla="*/ 102490 w 606933"/>
                <a:gd name="connsiteY86" fmla="*/ 324312 h 606016"/>
                <a:gd name="connsiteX87" fmla="*/ 52846 w 606933"/>
                <a:gd name="connsiteY87" fmla="*/ 358926 h 606016"/>
                <a:gd name="connsiteX88" fmla="*/ 0 w 606933"/>
                <a:gd name="connsiteY88" fmla="*/ 306159 h 606016"/>
                <a:gd name="connsiteX89" fmla="*/ 52846 w 606933"/>
                <a:gd name="connsiteY89" fmla="*/ 253298 h 606016"/>
                <a:gd name="connsiteX90" fmla="*/ 102490 w 606933"/>
                <a:gd name="connsiteY90" fmla="*/ 287818 h 606016"/>
                <a:gd name="connsiteX91" fmla="*/ 149590 w 606933"/>
                <a:gd name="connsiteY91" fmla="*/ 287818 h 606016"/>
                <a:gd name="connsiteX92" fmla="*/ 181901 w 606933"/>
                <a:gd name="connsiteY92" fmla="*/ 207304 h 606016"/>
                <a:gd name="connsiteX93" fmla="*/ 148460 w 606933"/>
                <a:gd name="connsiteY93" fmla="*/ 173913 h 606016"/>
                <a:gd name="connsiteX94" fmla="*/ 126228 w 606933"/>
                <a:gd name="connsiteY94" fmla="*/ 178804 h 606016"/>
                <a:gd name="connsiteX95" fmla="*/ 73382 w 606933"/>
                <a:gd name="connsiteY95" fmla="*/ 126038 h 606016"/>
                <a:gd name="connsiteX96" fmla="*/ 126228 w 606933"/>
                <a:gd name="connsiteY96" fmla="*/ 73271 h 606016"/>
                <a:gd name="connsiteX97" fmla="*/ 179075 w 606933"/>
                <a:gd name="connsiteY97" fmla="*/ 126038 h 606016"/>
                <a:gd name="connsiteX98" fmla="*/ 174176 w 606933"/>
                <a:gd name="connsiteY98" fmla="*/ 148235 h 606016"/>
                <a:gd name="connsiteX99" fmla="*/ 207617 w 606933"/>
                <a:gd name="connsiteY99" fmla="*/ 181626 h 606016"/>
                <a:gd name="connsiteX100" fmla="*/ 285239 w 606933"/>
                <a:gd name="connsiteY100" fmla="*/ 149364 h 606016"/>
                <a:gd name="connsiteX101" fmla="*/ 285239 w 606933"/>
                <a:gd name="connsiteY101" fmla="*/ 102335 h 606016"/>
                <a:gd name="connsiteX102" fmla="*/ 250573 w 606933"/>
                <a:gd name="connsiteY102" fmla="*/ 52767 h 606016"/>
                <a:gd name="connsiteX103" fmla="*/ 303420 w 606933"/>
                <a:gd name="connsiteY103" fmla="*/ 0 h 606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606933" h="606016">
                  <a:moveTo>
                    <a:pt x="298447" y="207674"/>
                  </a:moveTo>
                  <a:lnTo>
                    <a:pt x="303628" y="207674"/>
                  </a:lnTo>
                  <a:cubicBezTo>
                    <a:pt x="315496" y="207674"/>
                    <a:pt x="315496" y="207674"/>
                    <a:pt x="315496" y="219620"/>
                  </a:cubicBezTo>
                  <a:cubicBezTo>
                    <a:pt x="315496" y="227992"/>
                    <a:pt x="315496" y="228086"/>
                    <a:pt x="323973" y="229403"/>
                  </a:cubicBezTo>
                  <a:cubicBezTo>
                    <a:pt x="330378" y="230343"/>
                    <a:pt x="336501" y="232225"/>
                    <a:pt x="342435" y="234859"/>
                  </a:cubicBezTo>
                  <a:cubicBezTo>
                    <a:pt x="345637" y="236269"/>
                    <a:pt x="346956" y="238621"/>
                    <a:pt x="345920" y="242007"/>
                  </a:cubicBezTo>
                  <a:cubicBezTo>
                    <a:pt x="344413" y="247181"/>
                    <a:pt x="343000" y="252354"/>
                    <a:pt x="341399" y="257434"/>
                  </a:cubicBezTo>
                  <a:cubicBezTo>
                    <a:pt x="339891" y="262231"/>
                    <a:pt x="338384" y="262984"/>
                    <a:pt x="333769" y="260726"/>
                  </a:cubicBezTo>
                  <a:cubicBezTo>
                    <a:pt x="324444" y="256211"/>
                    <a:pt x="314742" y="254424"/>
                    <a:pt x="304476" y="254988"/>
                  </a:cubicBezTo>
                  <a:cubicBezTo>
                    <a:pt x="301838" y="255082"/>
                    <a:pt x="299201" y="255459"/>
                    <a:pt x="296658" y="256587"/>
                  </a:cubicBezTo>
                  <a:cubicBezTo>
                    <a:pt x="287804" y="260444"/>
                    <a:pt x="286391" y="270227"/>
                    <a:pt x="293926" y="276247"/>
                  </a:cubicBezTo>
                  <a:cubicBezTo>
                    <a:pt x="297694" y="279257"/>
                    <a:pt x="302121" y="281514"/>
                    <a:pt x="306642" y="283396"/>
                  </a:cubicBezTo>
                  <a:cubicBezTo>
                    <a:pt x="314554" y="286688"/>
                    <a:pt x="322466" y="289792"/>
                    <a:pt x="329813" y="293931"/>
                  </a:cubicBezTo>
                  <a:cubicBezTo>
                    <a:pt x="353549" y="307006"/>
                    <a:pt x="359954" y="336824"/>
                    <a:pt x="343565" y="356954"/>
                  </a:cubicBezTo>
                  <a:cubicBezTo>
                    <a:pt x="337537" y="364291"/>
                    <a:pt x="329625" y="369182"/>
                    <a:pt x="320394" y="371722"/>
                  </a:cubicBezTo>
                  <a:cubicBezTo>
                    <a:pt x="316438" y="372850"/>
                    <a:pt x="314648" y="375014"/>
                    <a:pt x="314742" y="379153"/>
                  </a:cubicBezTo>
                  <a:cubicBezTo>
                    <a:pt x="315025" y="383292"/>
                    <a:pt x="314742" y="387242"/>
                    <a:pt x="314742" y="391381"/>
                  </a:cubicBezTo>
                  <a:cubicBezTo>
                    <a:pt x="314648" y="395050"/>
                    <a:pt x="312859" y="396931"/>
                    <a:pt x="309279" y="397025"/>
                  </a:cubicBezTo>
                  <a:cubicBezTo>
                    <a:pt x="304852" y="397213"/>
                    <a:pt x="300425" y="397213"/>
                    <a:pt x="296093" y="397025"/>
                  </a:cubicBezTo>
                  <a:cubicBezTo>
                    <a:pt x="292136" y="396931"/>
                    <a:pt x="290253" y="394767"/>
                    <a:pt x="290253" y="391005"/>
                  </a:cubicBezTo>
                  <a:cubicBezTo>
                    <a:pt x="290158" y="388183"/>
                    <a:pt x="290158" y="385173"/>
                    <a:pt x="290158" y="382163"/>
                  </a:cubicBezTo>
                  <a:cubicBezTo>
                    <a:pt x="290064" y="375484"/>
                    <a:pt x="289876" y="375202"/>
                    <a:pt x="283471" y="374261"/>
                  </a:cubicBezTo>
                  <a:cubicBezTo>
                    <a:pt x="275465" y="372850"/>
                    <a:pt x="267458" y="371063"/>
                    <a:pt x="260017" y="367489"/>
                  </a:cubicBezTo>
                  <a:cubicBezTo>
                    <a:pt x="254083" y="364573"/>
                    <a:pt x="253612" y="363162"/>
                    <a:pt x="255214" y="357048"/>
                  </a:cubicBezTo>
                  <a:cubicBezTo>
                    <a:pt x="256532" y="352533"/>
                    <a:pt x="257757" y="348018"/>
                    <a:pt x="259170" y="343502"/>
                  </a:cubicBezTo>
                  <a:cubicBezTo>
                    <a:pt x="260771" y="338235"/>
                    <a:pt x="262278" y="337576"/>
                    <a:pt x="267082" y="340116"/>
                  </a:cubicBezTo>
                  <a:cubicBezTo>
                    <a:pt x="275370" y="344349"/>
                    <a:pt x="284036" y="346795"/>
                    <a:pt x="293173" y="347923"/>
                  </a:cubicBezTo>
                  <a:cubicBezTo>
                    <a:pt x="299107" y="348676"/>
                    <a:pt x="304852" y="348018"/>
                    <a:pt x="310221" y="345666"/>
                  </a:cubicBezTo>
                  <a:cubicBezTo>
                    <a:pt x="320394" y="341151"/>
                    <a:pt x="322089" y="329299"/>
                    <a:pt x="313424" y="322338"/>
                  </a:cubicBezTo>
                  <a:cubicBezTo>
                    <a:pt x="310410" y="319798"/>
                    <a:pt x="307113" y="318011"/>
                    <a:pt x="303628" y="316506"/>
                  </a:cubicBezTo>
                  <a:cubicBezTo>
                    <a:pt x="294680" y="312649"/>
                    <a:pt x="285355" y="309639"/>
                    <a:pt x="276972" y="304654"/>
                  </a:cubicBezTo>
                  <a:cubicBezTo>
                    <a:pt x="263314" y="296470"/>
                    <a:pt x="254648" y="285277"/>
                    <a:pt x="255590" y="268627"/>
                  </a:cubicBezTo>
                  <a:cubicBezTo>
                    <a:pt x="256721" y="249815"/>
                    <a:pt x="267458" y="238151"/>
                    <a:pt x="284601" y="231848"/>
                  </a:cubicBezTo>
                  <a:cubicBezTo>
                    <a:pt x="291666" y="229215"/>
                    <a:pt x="291760" y="229403"/>
                    <a:pt x="291760" y="221972"/>
                  </a:cubicBezTo>
                  <a:cubicBezTo>
                    <a:pt x="291760" y="219432"/>
                    <a:pt x="291666" y="216986"/>
                    <a:pt x="291760" y="214447"/>
                  </a:cubicBezTo>
                  <a:cubicBezTo>
                    <a:pt x="291948" y="208803"/>
                    <a:pt x="292890" y="207768"/>
                    <a:pt x="298447" y="207674"/>
                  </a:cubicBezTo>
                  <a:close/>
                  <a:moveTo>
                    <a:pt x="303420" y="180121"/>
                  </a:moveTo>
                  <a:cubicBezTo>
                    <a:pt x="235877" y="180121"/>
                    <a:pt x="180864" y="235051"/>
                    <a:pt x="180864" y="302491"/>
                  </a:cubicBezTo>
                  <a:cubicBezTo>
                    <a:pt x="180864" y="369930"/>
                    <a:pt x="235877" y="424860"/>
                    <a:pt x="303420" y="424860"/>
                  </a:cubicBezTo>
                  <a:cubicBezTo>
                    <a:pt x="371056" y="424860"/>
                    <a:pt x="426069" y="370118"/>
                    <a:pt x="426069" y="302491"/>
                  </a:cubicBezTo>
                  <a:cubicBezTo>
                    <a:pt x="426069" y="235051"/>
                    <a:pt x="371056" y="180121"/>
                    <a:pt x="303420" y="180121"/>
                  </a:cubicBezTo>
                  <a:close/>
                  <a:moveTo>
                    <a:pt x="303420" y="0"/>
                  </a:moveTo>
                  <a:cubicBezTo>
                    <a:pt x="332716" y="0"/>
                    <a:pt x="356360" y="23703"/>
                    <a:pt x="356360" y="52767"/>
                  </a:cubicBezTo>
                  <a:cubicBezTo>
                    <a:pt x="356360" y="75529"/>
                    <a:pt x="341853" y="94905"/>
                    <a:pt x="321695" y="102335"/>
                  </a:cubicBezTo>
                  <a:lnTo>
                    <a:pt x="321695" y="149364"/>
                  </a:lnTo>
                  <a:cubicBezTo>
                    <a:pt x="350802" y="152750"/>
                    <a:pt x="377461" y="164319"/>
                    <a:pt x="399316" y="181626"/>
                  </a:cubicBezTo>
                  <a:lnTo>
                    <a:pt x="405815" y="175042"/>
                  </a:lnTo>
                  <a:lnTo>
                    <a:pt x="432851" y="148141"/>
                  </a:lnTo>
                  <a:cubicBezTo>
                    <a:pt x="423808" y="128671"/>
                    <a:pt x="427293" y="104875"/>
                    <a:pt x="443401" y="88791"/>
                  </a:cubicBezTo>
                  <a:cubicBezTo>
                    <a:pt x="463937" y="68192"/>
                    <a:pt x="497378" y="68192"/>
                    <a:pt x="518008" y="88791"/>
                  </a:cubicBezTo>
                  <a:cubicBezTo>
                    <a:pt x="538544" y="109390"/>
                    <a:pt x="538544" y="142686"/>
                    <a:pt x="518008" y="163285"/>
                  </a:cubicBezTo>
                  <a:cubicBezTo>
                    <a:pt x="501900" y="179369"/>
                    <a:pt x="478067" y="182849"/>
                    <a:pt x="458568" y="173819"/>
                  </a:cubicBezTo>
                  <a:lnTo>
                    <a:pt x="425032" y="207304"/>
                  </a:lnTo>
                  <a:cubicBezTo>
                    <a:pt x="442836" y="229972"/>
                    <a:pt x="454423" y="257625"/>
                    <a:pt x="457343" y="287818"/>
                  </a:cubicBezTo>
                  <a:lnTo>
                    <a:pt x="503407" y="287818"/>
                  </a:lnTo>
                  <a:cubicBezTo>
                    <a:pt x="509907" y="265996"/>
                    <a:pt x="530160" y="250194"/>
                    <a:pt x="553993" y="250194"/>
                  </a:cubicBezTo>
                  <a:cubicBezTo>
                    <a:pt x="583195" y="250194"/>
                    <a:pt x="606933" y="273803"/>
                    <a:pt x="606933" y="302961"/>
                  </a:cubicBezTo>
                  <a:cubicBezTo>
                    <a:pt x="606933" y="332213"/>
                    <a:pt x="583195" y="355822"/>
                    <a:pt x="553993" y="355822"/>
                  </a:cubicBezTo>
                  <a:cubicBezTo>
                    <a:pt x="532421" y="355822"/>
                    <a:pt x="513863" y="342842"/>
                    <a:pt x="505668" y="324312"/>
                  </a:cubicBezTo>
                  <a:lnTo>
                    <a:pt x="456589" y="324312"/>
                  </a:lnTo>
                  <a:cubicBezTo>
                    <a:pt x="452539" y="352059"/>
                    <a:pt x="441235" y="377361"/>
                    <a:pt x="424656" y="398336"/>
                  </a:cubicBezTo>
                  <a:lnTo>
                    <a:pt x="458473" y="432009"/>
                  </a:lnTo>
                  <a:cubicBezTo>
                    <a:pt x="465256" y="428905"/>
                    <a:pt x="472792" y="427118"/>
                    <a:pt x="480705" y="427118"/>
                  </a:cubicBezTo>
                  <a:cubicBezTo>
                    <a:pt x="509813" y="427118"/>
                    <a:pt x="533645" y="450820"/>
                    <a:pt x="533645" y="480072"/>
                  </a:cubicBezTo>
                  <a:cubicBezTo>
                    <a:pt x="533645" y="509324"/>
                    <a:pt x="509907" y="532839"/>
                    <a:pt x="480799" y="532839"/>
                  </a:cubicBezTo>
                  <a:cubicBezTo>
                    <a:pt x="451503" y="532839"/>
                    <a:pt x="427953" y="509136"/>
                    <a:pt x="427953" y="480072"/>
                  </a:cubicBezTo>
                  <a:cubicBezTo>
                    <a:pt x="427953" y="472077"/>
                    <a:pt x="429648" y="464647"/>
                    <a:pt x="432851" y="457875"/>
                  </a:cubicBezTo>
                  <a:lnTo>
                    <a:pt x="398939" y="424014"/>
                  </a:lnTo>
                  <a:cubicBezTo>
                    <a:pt x="377179" y="441038"/>
                    <a:pt x="350708" y="452513"/>
                    <a:pt x="321789" y="455899"/>
                  </a:cubicBezTo>
                  <a:lnTo>
                    <a:pt x="321789" y="466904"/>
                  </a:lnTo>
                  <a:lnTo>
                    <a:pt x="321789" y="503681"/>
                  </a:lnTo>
                  <a:cubicBezTo>
                    <a:pt x="342042" y="511017"/>
                    <a:pt x="356454" y="530487"/>
                    <a:pt x="356454" y="553155"/>
                  </a:cubicBezTo>
                  <a:cubicBezTo>
                    <a:pt x="356454" y="582407"/>
                    <a:pt x="332716" y="606016"/>
                    <a:pt x="303608" y="606016"/>
                  </a:cubicBezTo>
                  <a:cubicBezTo>
                    <a:pt x="274312" y="606016"/>
                    <a:pt x="250667" y="582313"/>
                    <a:pt x="250667" y="553155"/>
                  </a:cubicBezTo>
                  <a:cubicBezTo>
                    <a:pt x="250667" y="530487"/>
                    <a:pt x="265174" y="511017"/>
                    <a:pt x="285333" y="503681"/>
                  </a:cubicBezTo>
                  <a:lnTo>
                    <a:pt x="285333" y="466810"/>
                  </a:lnTo>
                  <a:lnTo>
                    <a:pt x="285333" y="455711"/>
                  </a:lnTo>
                  <a:cubicBezTo>
                    <a:pt x="256508" y="452325"/>
                    <a:pt x="229943" y="440944"/>
                    <a:pt x="208277" y="423920"/>
                  </a:cubicBezTo>
                  <a:lnTo>
                    <a:pt x="174365" y="457781"/>
                  </a:lnTo>
                  <a:cubicBezTo>
                    <a:pt x="177473" y="464553"/>
                    <a:pt x="179263" y="472077"/>
                    <a:pt x="179263" y="479978"/>
                  </a:cubicBezTo>
                  <a:cubicBezTo>
                    <a:pt x="179263" y="509136"/>
                    <a:pt x="155525" y="532745"/>
                    <a:pt x="126322" y="532745"/>
                  </a:cubicBezTo>
                  <a:cubicBezTo>
                    <a:pt x="97120" y="532745"/>
                    <a:pt x="73476" y="509136"/>
                    <a:pt x="73476" y="479978"/>
                  </a:cubicBezTo>
                  <a:cubicBezTo>
                    <a:pt x="73476" y="450726"/>
                    <a:pt x="97215" y="427118"/>
                    <a:pt x="126322" y="427118"/>
                  </a:cubicBezTo>
                  <a:cubicBezTo>
                    <a:pt x="134424" y="427118"/>
                    <a:pt x="141771" y="428905"/>
                    <a:pt x="148554" y="432009"/>
                  </a:cubicBezTo>
                  <a:lnTo>
                    <a:pt x="182372" y="398336"/>
                  </a:lnTo>
                  <a:cubicBezTo>
                    <a:pt x="165698" y="377361"/>
                    <a:pt x="154394" y="352059"/>
                    <a:pt x="150438" y="324312"/>
                  </a:cubicBezTo>
                  <a:lnTo>
                    <a:pt x="102490" y="324312"/>
                  </a:lnTo>
                  <a:cubicBezTo>
                    <a:pt x="95048" y="344535"/>
                    <a:pt x="75643" y="358926"/>
                    <a:pt x="52846" y="358926"/>
                  </a:cubicBezTo>
                  <a:cubicBezTo>
                    <a:pt x="23644" y="358926"/>
                    <a:pt x="0" y="335223"/>
                    <a:pt x="0" y="306159"/>
                  </a:cubicBezTo>
                  <a:cubicBezTo>
                    <a:pt x="0" y="276907"/>
                    <a:pt x="23738" y="253298"/>
                    <a:pt x="52846" y="253298"/>
                  </a:cubicBezTo>
                  <a:cubicBezTo>
                    <a:pt x="75643" y="253298"/>
                    <a:pt x="95048" y="267595"/>
                    <a:pt x="102490" y="287818"/>
                  </a:cubicBezTo>
                  <a:lnTo>
                    <a:pt x="149590" y="287818"/>
                  </a:lnTo>
                  <a:cubicBezTo>
                    <a:pt x="152510" y="257625"/>
                    <a:pt x="164003" y="229878"/>
                    <a:pt x="181901" y="207304"/>
                  </a:cubicBezTo>
                  <a:lnTo>
                    <a:pt x="148460" y="173913"/>
                  </a:lnTo>
                  <a:cubicBezTo>
                    <a:pt x="141677" y="177111"/>
                    <a:pt x="134141" y="178804"/>
                    <a:pt x="126228" y="178804"/>
                  </a:cubicBezTo>
                  <a:cubicBezTo>
                    <a:pt x="96932" y="178804"/>
                    <a:pt x="73382" y="155102"/>
                    <a:pt x="73382" y="126038"/>
                  </a:cubicBezTo>
                  <a:cubicBezTo>
                    <a:pt x="73382" y="96786"/>
                    <a:pt x="97120" y="73271"/>
                    <a:pt x="126228" y="73271"/>
                  </a:cubicBezTo>
                  <a:cubicBezTo>
                    <a:pt x="155525" y="73271"/>
                    <a:pt x="179075" y="96974"/>
                    <a:pt x="179075" y="126038"/>
                  </a:cubicBezTo>
                  <a:cubicBezTo>
                    <a:pt x="179075" y="134033"/>
                    <a:pt x="177379" y="141463"/>
                    <a:pt x="174176" y="148235"/>
                  </a:cubicBezTo>
                  <a:lnTo>
                    <a:pt x="207617" y="181626"/>
                  </a:lnTo>
                  <a:cubicBezTo>
                    <a:pt x="229472" y="164319"/>
                    <a:pt x="256131" y="152750"/>
                    <a:pt x="285239" y="149364"/>
                  </a:cubicBezTo>
                  <a:lnTo>
                    <a:pt x="285239" y="102335"/>
                  </a:lnTo>
                  <a:cubicBezTo>
                    <a:pt x="264986" y="94905"/>
                    <a:pt x="250573" y="75529"/>
                    <a:pt x="250573" y="52767"/>
                  </a:cubicBezTo>
                  <a:cubicBezTo>
                    <a:pt x="250573" y="23609"/>
                    <a:pt x="274312" y="0"/>
                    <a:pt x="303420" y="0"/>
                  </a:cubicBezTo>
                  <a:close/>
                </a:path>
              </a:pathLst>
            </a:custGeom>
            <a:solidFill>
              <a:schemeClr val="accent1">
                <a:lumMod val="10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16" name="ïslïde"/>
            <p:cNvGrpSpPr/>
            <p:nvPr/>
          </p:nvGrpSpPr>
          <p:grpSpPr>
            <a:xfrm>
              <a:off x="9388168" y="3448651"/>
              <a:ext cx="1097280" cy="1097280"/>
              <a:chOff x="3527538" y="3122851"/>
              <a:chExt cx="1097280" cy="1097280"/>
            </a:xfrm>
          </p:grpSpPr>
          <p:sp>
            <p:nvSpPr>
              <p:cNvPr id="18" name="ïṧlíḍé"/>
              <p:cNvSpPr/>
              <p:nvPr/>
            </p:nvSpPr>
            <p:spPr>
              <a:xfrm>
                <a:off x="3527538" y="3122851"/>
                <a:ext cx="1097280" cy="109728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9" name="íṣḷíḋé"/>
              <p:cNvSpPr/>
              <p:nvPr/>
            </p:nvSpPr>
            <p:spPr>
              <a:xfrm>
                <a:off x="3564092" y="3159405"/>
                <a:ext cx="1024172" cy="1024172"/>
              </a:xfrm>
              <a:prstGeom prst="ellipse">
                <a:avLst/>
              </a:prstGeom>
              <a:noFill/>
              <a:ln w="28575">
                <a:solidFill>
                  <a:schemeClr val="accent1">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17" name="îṥ1ïḋê"/>
            <p:cNvSpPr/>
            <p:nvPr/>
          </p:nvSpPr>
          <p:spPr>
            <a:xfrm>
              <a:off x="9621847" y="3706745"/>
              <a:ext cx="629922" cy="581093"/>
            </a:xfrm>
            <a:custGeom>
              <a:avLst/>
              <a:gdLst>
                <a:gd name="connsiteX0" fmla="*/ 381018 w 608549"/>
                <a:gd name="connsiteY0" fmla="*/ 473169 h 561377"/>
                <a:gd name="connsiteX1" fmla="*/ 425157 w 608549"/>
                <a:gd name="connsiteY1" fmla="*/ 517273 h 561377"/>
                <a:gd name="connsiteX2" fmla="*/ 381018 w 608549"/>
                <a:gd name="connsiteY2" fmla="*/ 561377 h 561377"/>
                <a:gd name="connsiteX3" fmla="*/ 336879 w 608549"/>
                <a:gd name="connsiteY3" fmla="*/ 517273 h 561377"/>
                <a:gd name="connsiteX4" fmla="*/ 381018 w 608549"/>
                <a:gd name="connsiteY4" fmla="*/ 473169 h 561377"/>
                <a:gd name="connsiteX5" fmla="*/ 146741 w 608549"/>
                <a:gd name="connsiteY5" fmla="*/ 473169 h 561377"/>
                <a:gd name="connsiteX6" fmla="*/ 190880 w 608549"/>
                <a:gd name="connsiteY6" fmla="*/ 517273 h 561377"/>
                <a:gd name="connsiteX7" fmla="*/ 146741 w 608549"/>
                <a:gd name="connsiteY7" fmla="*/ 561377 h 561377"/>
                <a:gd name="connsiteX8" fmla="*/ 102602 w 608549"/>
                <a:gd name="connsiteY8" fmla="*/ 517273 h 561377"/>
                <a:gd name="connsiteX9" fmla="*/ 146741 w 608549"/>
                <a:gd name="connsiteY9" fmla="*/ 473169 h 561377"/>
                <a:gd name="connsiteX10" fmla="*/ 340091 w 608549"/>
                <a:gd name="connsiteY10" fmla="*/ 405920 h 561377"/>
                <a:gd name="connsiteX11" fmla="*/ 445268 w 608549"/>
                <a:gd name="connsiteY11" fmla="*/ 405920 h 561377"/>
                <a:gd name="connsiteX12" fmla="*/ 431622 w 608549"/>
                <a:gd name="connsiteY12" fmla="*/ 458350 h 561377"/>
                <a:gd name="connsiteX13" fmla="*/ 335821 w 608549"/>
                <a:gd name="connsiteY13" fmla="*/ 458350 h 561377"/>
                <a:gd name="connsiteX14" fmla="*/ 204428 w 608549"/>
                <a:gd name="connsiteY14" fmla="*/ 405920 h 561377"/>
                <a:gd name="connsiteX15" fmla="*/ 323260 w 608549"/>
                <a:gd name="connsiteY15" fmla="*/ 405920 h 561377"/>
                <a:gd name="connsiteX16" fmla="*/ 318989 w 608549"/>
                <a:gd name="connsiteY16" fmla="*/ 458350 h 561377"/>
                <a:gd name="connsiteX17" fmla="*/ 208699 w 608549"/>
                <a:gd name="connsiteY17" fmla="*/ 458350 h 561377"/>
                <a:gd name="connsiteX18" fmla="*/ 82420 w 608549"/>
                <a:gd name="connsiteY18" fmla="*/ 405920 h 561377"/>
                <a:gd name="connsiteX19" fmla="*/ 187643 w 608549"/>
                <a:gd name="connsiteY19" fmla="*/ 405920 h 561377"/>
                <a:gd name="connsiteX20" fmla="*/ 192008 w 608549"/>
                <a:gd name="connsiteY20" fmla="*/ 458350 h 561377"/>
                <a:gd name="connsiteX21" fmla="*/ 96072 w 608549"/>
                <a:gd name="connsiteY21" fmla="*/ 458350 h 561377"/>
                <a:gd name="connsiteX22" fmla="*/ 348616 w 608549"/>
                <a:gd name="connsiteY22" fmla="*/ 301060 h 561377"/>
                <a:gd name="connsiteX23" fmla="*/ 472294 w 608549"/>
                <a:gd name="connsiteY23" fmla="*/ 301060 h 561377"/>
                <a:gd name="connsiteX24" fmla="*/ 449638 w 608549"/>
                <a:gd name="connsiteY24" fmla="*/ 389549 h 561377"/>
                <a:gd name="connsiteX25" fmla="*/ 341466 w 608549"/>
                <a:gd name="connsiteY25" fmla="*/ 389549 h 561377"/>
                <a:gd name="connsiteX26" fmla="*/ 195890 w 608549"/>
                <a:gd name="connsiteY26" fmla="*/ 301060 h 561377"/>
                <a:gd name="connsiteX27" fmla="*/ 331799 w 608549"/>
                <a:gd name="connsiteY27" fmla="*/ 301060 h 561377"/>
                <a:gd name="connsiteX28" fmla="*/ 324651 w 608549"/>
                <a:gd name="connsiteY28" fmla="*/ 389549 h 561377"/>
                <a:gd name="connsiteX29" fmla="*/ 203038 w 608549"/>
                <a:gd name="connsiteY29" fmla="*/ 389549 h 561377"/>
                <a:gd name="connsiteX30" fmla="*/ 55394 w 608549"/>
                <a:gd name="connsiteY30" fmla="*/ 301060 h 561377"/>
                <a:gd name="connsiteX31" fmla="*/ 179165 w 608549"/>
                <a:gd name="connsiteY31" fmla="*/ 301060 h 561377"/>
                <a:gd name="connsiteX32" fmla="*/ 186222 w 608549"/>
                <a:gd name="connsiteY32" fmla="*/ 389549 h 561377"/>
                <a:gd name="connsiteX33" fmla="*/ 78050 w 608549"/>
                <a:gd name="connsiteY33" fmla="*/ 389549 h 561377"/>
                <a:gd name="connsiteX34" fmla="*/ 189892 w 608549"/>
                <a:gd name="connsiteY34" fmla="*/ 229013 h 561377"/>
                <a:gd name="connsiteX35" fmla="*/ 337868 w 608549"/>
                <a:gd name="connsiteY35" fmla="*/ 229013 h 561377"/>
                <a:gd name="connsiteX36" fmla="*/ 333226 w 608549"/>
                <a:gd name="connsiteY36" fmla="*/ 284619 h 561377"/>
                <a:gd name="connsiteX37" fmla="*/ 194534 w 608549"/>
                <a:gd name="connsiteY37" fmla="*/ 284619 h 561377"/>
                <a:gd name="connsiteX38" fmla="*/ 36200 w 608549"/>
                <a:gd name="connsiteY38" fmla="*/ 229013 h 561377"/>
                <a:gd name="connsiteX39" fmla="*/ 173089 w 608549"/>
                <a:gd name="connsiteY39" fmla="*/ 229013 h 561377"/>
                <a:gd name="connsiteX40" fmla="*/ 177825 w 608549"/>
                <a:gd name="connsiteY40" fmla="*/ 284619 h 561377"/>
                <a:gd name="connsiteX41" fmla="*/ 51059 w 608549"/>
                <a:gd name="connsiteY41" fmla="*/ 284619 h 561377"/>
                <a:gd name="connsiteX42" fmla="*/ 531055 w 608549"/>
                <a:gd name="connsiteY42" fmla="*/ 143841 h 561377"/>
                <a:gd name="connsiteX43" fmla="*/ 583971 w 608549"/>
                <a:gd name="connsiteY43" fmla="*/ 143841 h 561377"/>
                <a:gd name="connsiteX44" fmla="*/ 583971 w 608549"/>
                <a:gd name="connsiteY44" fmla="*/ 196204 h 561377"/>
                <a:gd name="connsiteX45" fmla="*/ 540432 w 608549"/>
                <a:gd name="connsiteY45" fmla="*/ 196204 h 561377"/>
                <a:gd name="connsiteX46" fmla="*/ 486309 w 608549"/>
                <a:gd name="connsiteY46" fmla="*/ 249309 h 561377"/>
                <a:gd name="connsiteX47" fmla="*/ 476654 w 608549"/>
                <a:gd name="connsiteY47" fmla="*/ 284619 h 561377"/>
                <a:gd name="connsiteX48" fmla="*/ 349934 w 608549"/>
                <a:gd name="connsiteY48" fmla="*/ 284619 h 561377"/>
                <a:gd name="connsiteX49" fmla="*/ 354669 w 608549"/>
                <a:gd name="connsiteY49" fmla="*/ 229012 h 561377"/>
                <a:gd name="connsiteX50" fmla="*/ 437849 w 608549"/>
                <a:gd name="connsiteY50" fmla="*/ 229012 h 561377"/>
                <a:gd name="connsiteX51" fmla="*/ 443233 w 608549"/>
                <a:gd name="connsiteY51" fmla="*/ 221042 h 561377"/>
                <a:gd name="connsiteX52" fmla="*/ 511189 w 608549"/>
                <a:gd name="connsiteY52" fmla="*/ 153016 h 561377"/>
                <a:gd name="connsiteX53" fmla="*/ 517316 w 608549"/>
                <a:gd name="connsiteY53" fmla="*/ 148104 h 561377"/>
                <a:gd name="connsiteX54" fmla="*/ 531055 w 608549"/>
                <a:gd name="connsiteY54" fmla="*/ 143841 h 561377"/>
                <a:gd name="connsiteX55" fmla="*/ 113649 w 608549"/>
                <a:gd name="connsiteY55" fmla="*/ 3 h 561377"/>
                <a:gd name="connsiteX56" fmla="*/ 238362 w 608549"/>
                <a:gd name="connsiteY56" fmla="*/ 56970 h 561377"/>
                <a:gd name="connsiteX57" fmla="*/ 261391 w 608549"/>
                <a:gd name="connsiteY57" fmla="*/ 34726 h 561377"/>
                <a:gd name="connsiteX58" fmla="*/ 292776 w 608549"/>
                <a:gd name="connsiteY58" fmla="*/ 199234 h 561377"/>
                <a:gd name="connsiteX59" fmla="*/ 128792 w 608549"/>
                <a:gd name="connsiteY59" fmla="*/ 163460 h 561377"/>
                <a:gd name="connsiteX60" fmla="*/ 151820 w 608549"/>
                <a:gd name="connsiteY60" fmla="*/ 141124 h 561377"/>
                <a:gd name="connsiteX61" fmla="*/ 0 w 608549"/>
                <a:gd name="connsiteY61" fmla="*/ 36673 h 561377"/>
                <a:gd name="connsiteX62" fmla="*/ 113649 w 608549"/>
                <a:gd name="connsiteY62" fmla="*/ 3 h 561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608549" h="561377">
                  <a:moveTo>
                    <a:pt x="381018" y="473169"/>
                  </a:moveTo>
                  <a:cubicBezTo>
                    <a:pt x="405395" y="473169"/>
                    <a:pt x="425157" y="492915"/>
                    <a:pt x="425157" y="517273"/>
                  </a:cubicBezTo>
                  <a:cubicBezTo>
                    <a:pt x="425157" y="541631"/>
                    <a:pt x="405395" y="561377"/>
                    <a:pt x="381018" y="561377"/>
                  </a:cubicBezTo>
                  <a:cubicBezTo>
                    <a:pt x="356641" y="561377"/>
                    <a:pt x="336879" y="541631"/>
                    <a:pt x="336879" y="517273"/>
                  </a:cubicBezTo>
                  <a:cubicBezTo>
                    <a:pt x="336879" y="492915"/>
                    <a:pt x="356641" y="473169"/>
                    <a:pt x="381018" y="473169"/>
                  </a:cubicBezTo>
                  <a:close/>
                  <a:moveTo>
                    <a:pt x="146741" y="473169"/>
                  </a:moveTo>
                  <a:cubicBezTo>
                    <a:pt x="171118" y="473169"/>
                    <a:pt x="190880" y="492915"/>
                    <a:pt x="190880" y="517273"/>
                  </a:cubicBezTo>
                  <a:cubicBezTo>
                    <a:pt x="190880" y="541631"/>
                    <a:pt x="171118" y="561377"/>
                    <a:pt x="146741" y="561377"/>
                  </a:cubicBezTo>
                  <a:cubicBezTo>
                    <a:pt x="122364" y="561377"/>
                    <a:pt x="102602" y="541631"/>
                    <a:pt x="102602" y="517273"/>
                  </a:cubicBezTo>
                  <a:cubicBezTo>
                    <a:pt x="102602" y="492915"/>
                    <a:pt x="122364" y="473169"/>
                    <a:pt x="146741" y="473169"/>
                  </a:cubicBezTo>
                  <a:close/>
                  <a:moveTo>
                    <a:pt x="340091" y="405920"/>
                  </a:moveTo>
                  <a:lnTo>
                    <a:pt x="445268" y="405920"/>
                  </a:lnTo>
                  <a:lnTo>
                    <a:pt x="431622" y="458350"/>
                  </a:lnTo>
                  <a:lnTo>
                    <a:pt x="335821" y="458350"/>
                  </a:lnTo>
                  <a:close/>
                  <a:moveTo>
                    <a:pt x="204428" y="405920"/>
                  </a:moveTo>
                  <a:lnTo>
                    <a:pt x="323260" y="405920"/>
                  </a:lnTo>
                  <a:lnTo>
                    <a:pt x="318989" y="458350"/>
                  </a:lnTo>
                  <a:lnTo>
                    <a:pt x="208699" y="458350"/>
                  </a:lnTo>
                  <a:close/>
                  <a:moveTo>
                    <a:pt x="82420" y="405920"/>
                  </a:moveTo>
                  <a:lnTo>
                    <a:pt x="187643" y="405920"/>
                  </a:lnTo>
                  <a:lnTo>
                    <a:pt x="192008" y="458350"/>
                  </a:lnTo>
                  <a:lnTo>
                    <a:pt x="96072" y="458350"/>
                  </a:lnTo>
                  <a:close/>
                  <a:moveTo>
                    <a:pt x="348616" y="301060"/>
                  </a:moveTo>
                  <a:lnTo>
                    <a:pt x="472294" y="301060"/>
                  </a:lnTo>
                  <a:lnTo>
                    <a:pt x="449638" y="389549"/>
                  </a:lnTo>
                  <a:lnTo>
                    <a:pt x="341466" y="389549"/>
                  </a:lnTo>
                  <a:close/>
                  <a:moveTo>
                    <a:pt x="195890" y="301060"/>
                  </a:moveTo>
                  <a:lnTo>
                    <a:pt x="331799" y="301060"/>
                  </a:lnTo>
                  <a:lnTo>
                    <a:pt x="324651" y="389549"/>
                  </a:lnTo>
                  <a:lnTo>
                    <a:pt x="203038" y="389549"/>
                  </a:lnTo>
                  <a:close/>
                  <a:moveTo>
                    <a:pt x="55394" y="301060"/>
                  </a:moveTo>
                  <a:lnTo>
                    <a:pt x="179165" y="301060"/>
                  </a:lnTo>
                  <a:lnTo>
                    <a:pt x="186222" y="389549"/>
                  </a:lnTo>
                  <a:lnTo>
                    <a:pt x="78050" y="389549"/>
                  </a:lnTo>
                  <a:close/>
                  <a:moveTo>
                    <a:pt x="189892" y="229013"/>
                  </a:moveTo>
                  <a:lnTo>
                    <a:pt x="337868" y="229013"/>
                  </a:lnTo>
                  <a:lnTo>
                    <a:pt x="333226" y="284619"/>
                  </a:lnTo>
                  <a:lnTo>
                    <a:pt x="194534" y="284619"/>
                  </a:lnTo>
                  <a:close/>
                  <a:moveTo>
                    <a:pt x="36200" y="229013"/>
                  </a:moveTo>
                  <a:lnTo>
                    <a:pt x="173089" y="229013"/>
                  </a:lnTo>
                  <a:lnTo>
                    <a:pt x="177825" y="284619"/>
                  </a:lnTo>
                  <a:lnTo>
                    <a:pt x="51059" y="284619"/>
                  </a:lnTo>
                  <a:close/>
                  <a:moveTo>
                    <a:pt x="531055" y="143841"/>
                  </a:moveTo>
                  <a:lnTo>
                    <a:pt x="583971" y="143841"/>
                  </a:lnTo>
                  <a:cubicBezTo>
                    <a:pt x="616742" y="143841"/>
                    <a:pt x="616742" y="196204"/>
                    <a:pt x="583971" y="196204"/>
                  </a:cubicBezTo>
                  <a:lnTo>
                    <a:pt x="540432" y="196204"/>
                  </a:lnTo>
                  <a:cubicBezTo>
                    <a:pt x="522422" y="212608"/>
                    <a:pt x="504319" y="231237"/>
                    <a:pt x="486309" y="249309"/>
                  </a:cubicBezTo>
                  <a:lnTo>
                    <a:pt x="476654" y="284619"/>
                  </a:lnTo>
                  <a:lnTo>
                    <a:pt x="349934" y="284619"/>
                  </a:lnTo>
                  <a:lnTo>
                    <a:pt x="354669" y="229012"/>
                  </a:lnTo>
                  <a:lnTo>
                    <a:pt x="437849" y="229012"/>
                  </a:lnTo>
                  <a:cubicBezTo>
                    <a:pt x="439056" y="225676"/>
                    <a:pt x="440727" y="223544"/>
                    <a:pt x="443233" y="221042"/>
                  </a:cubicBezTo>
                  <a:cubicBezTo>
                    <a:pt x="465885" y="198429"/>
                    <a:pt x="488537" y="175630"/>
                    <a:pt x="511189" y="153016"/>
                  </a:cubicBezTo>
                  <a:cubicBezTo>
                    <a:pt x="513138" y="151070"/>
                    <a:pt x="515180" y="149309"/>
                    <a:pt x="517316" y="148104"/>
                  </a:cubicBezTo>
                  <a:cubicBezTo>
                    <a:pt x="520936" y="145695"/>
                    <a:pt x="525485" y="143841"/>
                    <a:pt x="531055" y="143841"/>
                  </a:cubicBezTo>
                  <a:close/>
                  <a:moveTo>
                    <a:pt x="113649" y="3"/>
                  </a:moveTo>
                  <a:cubicBezTo>
                    <a:pt x="152263" y="202"/>
                    <a:pt x="196298" y="13839"/>
                    <a:pt x="238362" y="56970"/>
                  </a:cubicBezTo>
                  <a:lnTo>
                    <a:pt x="261391" y="34726"/>
                  </a:lnTo>
                  <a:lnTo>
                    <a:pt x="292776" y="199234"/>
                  </a:lnTo>
                  <a:lnTo>
                    <a:pt x="128792" y="163460"/>
                  </a:lnTo>
                  <a:lnTo>
                    <a:pt x="151820" y="141124"/>
                  </a:lnTo>
                  <a:cubicBezTo>
                    <a:pt x="60635" y="47702"/>
                    <a:pt x="0" y="36673"/>
                    <a:pt x="0" y="36673"/>
                  </a:cubicBezTo>
                  <a:cubicBezTo>
                    <a:pt x="0" y="36673"/>
                    <a:pt x="49294" y="-327"/>
                    <a:pt x="113649" y="3"/>
                  </a:cubicBezTo>
                  <a:close/>
                </a:path>
              </a:pathLst>
            </a:custGeom>
            <a:solidFill>
              <a:schemeClr val="accent1">
                <a:lumMod val="10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36" name="任意多边形: 形状 35"/>
          <p:cNvSpPr/>
          <p:nvPr/>
        </p:nvSpPr>
        <p:spPr>
          <a:xfrm>
            <a:off x="415013" y="503442"/>
            <a:ext cx="4197627" cy="750211"/>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accent1">
              <a:lumMod val="100000"/>
            </a:schemeClr>
          </a:solidFill>
          <a:ln w="38100">
            <a:solidFill>
              <a:schemeClr val="accent1">
                <a:lumMod val="10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b="1"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pic>
        <p:nvPicPr>
          <p:cNvPr id="37" name="图片 3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7941" y="569481"/>
            <a:ext cx="618131" cy="618131"/>
          </a:xfrm>
          <a:prstGeom prst="rect">
            <a:avLst/>
          </a:prstGeom>
        </p:spPr>
      </p:pic>
      <p:sp>
        <p:nvSpPr>
          <p:cNvPr id="38" name="矩形 37"/>
          <p:cNvSpPr/>
          <p:nvPr/>
        </p:nvSpPr>
        <p:spPr>
          <a:xfrm>
            <a:off x="1379320" y="657873"/>
            <a:ext cx="2202847" cy="461665"/>
          </a:xfrm>
          <a:prstGeom prst="rect">
            <a:avLst/>
          </a:prstGeom>
        </p:spPr>
        <p:txBody>
          <a:bodyPr wrap="none">
            <a:spAutoFit/>
          </a:bodyPr>
          <a:lstStyle/>
          <a:p>
            <a:r>
              <a:rPr lang="en-US" altLang="zh-CN"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 5.3  </a:t>
            </a:r>
            <a:r>
              <a:rPr lang="zh-CN" altLang="en-US" sz="24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总结思考</a:t>
            </a:r>
            <a:endParaRPr lang="zh-CN" altLang="en-US" sz="24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9" name="矩形 38"/>
          <p:cNvSpPr/>
          <p:nvPr/>
        </p:nvSpPr>
        <p:spPr>
          <a:xfrm>
            <a:off x="1763253" y="1666621"/>
            <a:ext cx="8685641" cy="1369606"/>
          </a:xfrm>
          <a:prstGeom prst="rect">
            <a:avLst/>
          </a:prstGeom>
        </p:spPr>
        <p:txBody>
          <a:bodyPr wrap="square">
            <a:spAutoFit/>
          </a:bodyPr>
          <a:lstStyle/>
          <a:p>
            <a:pPr algn="ctr">
              <a:lnSpc>
                <a:spcPct val="150000"/>
              </a:lnSpc>
              <a:spcAft>
                <a:spcPts val="600"/>
              </a:spcAft>
            </a:pPr>
            <a:r>
              <a:rPr lang="zh-CN" altLang="en-US" sz="16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请输入您的正文内容请输入您的正文内容请输入您的正文内容请输入您的正文内容请输入您的正文内容</a:t>
            </a: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endParaRPr lang="en-US" altLang="zh-CN" sz="12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0" name="矩形 39"/>
          <p:cNvSpPr/>
          <p:nvPr/>
        </p:nvSpPr>
        <p:spPr>
          <a:xfrm>
            <a:off x="1323578" y="4934178"/>
            <a:ext cx="1863219" cy="1092607"/>
          </a:xfrm>
          <a:prstGeom prst="rect">
            <a:avLst/>
          </a:prstGeom>
        </p:spPr>
        <p:txBody>
          <a:bodyPr wrap="square">
            <a:spAutoFit/>
          </a:bodyPr>
          <a:lstStyle/>
          <a:p>
            <a:pPr algn="ctr">
              <a:lnSpc>
                <a:spcPct val="150000"/>
              </a:lnSpc>
              <a:spcAft>
                <a:spcPts val="600"/>
              </a:spcAft>
            </a:pPr>
            <a:r>
              <a:rPr lang="zh-CN" altLang="en-US" sz="16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p>
        </p:txBody>
      </p:sp>
      <p:sp>
        <p:nvSpPr>
          <p:cNvPr id="41" name="矩形 40"/>
          <p:cNvSpPr/>
          <p:nvPr/>
        </p:nvSpPr>
        <p:spPr>
          <a:xfrm>
            <a:off x="3884118" y="4934178"/>
            <a:ext cx="1863219" cy="1092607"/>
          </a:xfrm>
          <a:prstGeom prst="rect">
            <a:avLst/>
          </a:prstGeom>
        </p:spPr>
        <p:txBody>
          <a:bodyPr wrap="square">
            <a:spAutoFit/>
          </a:bodyPr>
          <a:lstStyle/>
          <a:p>
            <a:pPr algn="ctr">
              <a:lnSpc>
                <a:spcPct val="150000"/>
              </a:lnSpc>
              <a:spcAft>
                <a:spcPts val="600"/>
              </a:spcAft>
            </a:pPr>
            <a:r>
              <a:rPr lang="zh-CN" altLang="en-US" sz="16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p>
        </p:txBody>
      </p:sp>
      <p:sp>
        <p:nvSpPr>
          <p:cNvPr id="42" name="矩形 41"/>
          <p:cNvSpPr/>
          <p:nvPr/>
        </p:nvSpPr>
        <p:spPr>
          <a:xfrm>
            <a:off x="6444665" y="4933702"/>
            <a:ext cx="1863219" cy="1092607"/>
          </a:xfrm>
          <a:prstGeom prst="rect">
            <a:avLst/>
          </a:prstGeom>
        </p:spPr>
        <p:txBody>
          <a:bodyPr wrap="square">
            <a:spAutoFit/>
          </a:bodyPr>
          <a:lstStyle/>
          <a:p>
            <a:pPr algn="ctr">
              <a:lnSpc>
                <a:spcPct val="150000"/>
              </a:lnSpc>
              <a:spcAft>
                <a:spcPts val="600"/>
              </a:spcAft>
            </a:pPr>
            <a:r>
              <a:rPr lang="zh-CN" altLang="en-US" sz="16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p>
        </p:txBody>
      </p:sp>
      <p:sp>
        <p:nvSpPr>
          <p:cNvPr id="43" name="矩形 42"/>
          <p:cNvSpPr/>
          <p:nvPr/>
        </p:nvSpPr>
        <p:spPr>
          <a:xfrm>
            <a:off x="9005205" y="4933702"/>
            <a:ext cx="1863219" cy="1092607"/>
          </a:xfrm>
          <a:prstGeom prst="rect">
            <a:avLst/>
          </a:prstGeom>
        </p:spPr>
        <p:txBody>
          <a:bodyPr wrap="square">
            <a:spAutoFit/>
          </a:bodyPr>
          <a:lstStyle/>
          <a:p>
            <a:pPr algn="ctr">
              <a:lnSpc>
                <a:spcPct val="150000"/>
              </a:lnSpc>
              <a:spcAft>
                <a:spcPts val="600"/>
              </a:spcAft>
            </a:pPr>
            <a:r>
              <a:rPr lang="zh-CN" altLang="en-US" sz="16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请输入小标题</a:t>
            </a:r>
            <a:endParaRPr lang="en-US" altLang="zh-CN" sz="1600"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endParaRPr lang="en-US" altLang="zh-CN"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gn="ctr">
              <a:lnSpc>
                <a:spcPct val="150000"/>
              </a:lnSpc>
            </a:pPr>
            <a:r>
              <a:rPr lang="zh-CN" altLang="en-US" sz="12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请输入您的正文内容</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934" y="0"/>
            <a:ext cx="12214934" cy="2032000"/>
          </a:xfrm>
          <a:prstGeom prst="rect">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3" name="任意多边形: 形状 12"/>
          <p:cNvSpPr/>
          <p:nvPr/>
        </p:nvSpPr>
        <p:spPr>
          <a:xfrm>
            <a:off x="4229778" y="1564551"/>
            <a:ext cx="3709506" cy="852059"/>
          </a:xfrm>
          <a:custGeom>
            <a:avLst/>
            <a:gdLst>
              <a:gd name="connsiteX0" fmla="*/ 674315 w 6261654"/>
              <a:gd name="connsiteY0" fmla="*/ 0 h 1348631"/>
              <a:gd name="connsiteX1" fmla="*/ 674325 w 6261654"/>
              <a:gd name="connsiteY1" fmla="*/ 1 h 1348631"/>
              <a:gd name="connsiteX2" fmla="*/ 5558735 w 6261654"/>
              <a:gd name="connsiteY2" fmla="*/ 1 h 1348631"/>
              <a:gd name="connsiteX3" fmla="*/ 5558735 w 6261654"/>
              <a:gd name="connsiteY3" fmla="*/ 2885 h 1348631"/>
              <a:gd name="connsiteX4" fmla="*/ 5587339 w 6261654"/>
              <a:gd name="connsiteY4" fmla="*/ 1 h 1348631"/>
              <a:gd name="connsiteX5" fmla="*/ 6261654 w 6261654"/>
              <a:gd name="connsiteY5" fmla="*/ 674316 h 1348631"/>
              <a:gd name="connsiteX6" fmla="*/ 5587339 w 6261654"/>
              <a:gd name="connsiteY6" fmla="*/ 1348631 h 1348631"/>
              <a:gd name="connsiteX7" fmla="*/ 5558735 w 6261654"/>
              <a:gd name="connsiteY7" fmla="*/ 1345748 h 1348631"/>
              <a:gd name="connsiteX8" fmla="*/ 5558735 w 6261654"/>
              <a:gd name="connsiteY8" fmla="*/ 1348630 h 1348631"/>
              <a:gd name="connsiteX9" fmla="*/ 674315 w 6261654"/>
              <a:gd name="connsiteY9" fmla="*/ 1348630 h 1348631"/>
              <a:gd name="connsiteX10" fmla="*/ 0 w 6261654"/>
              <a:gd name="connsiteY10" fmla="*/ 674315 h 1348631"/>
              <a:gd name="connsiteX11" fmla="*/ 674315 w 6261654"/>
              <a:gd name="connsiteY11" fmla="*/ 0 h 134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1654" h="1348631">
                <a:moveTo>
                  <a:pt x="674315" y="0"/>
                </a:moveTo>
                <a:lnTo>
                  <a:pt x="674325" y="1"/>
                </a:lnTo>
                <a:lnTo>
                  <a:pt x="5558735" y="1"/>
                </a:lnTo>
                <a:lnTo>
                  <a:pt x="5558735" y="2885"/>
                </a:lnTo>
                <a:lnTo>
                  <a:pt x="5587339" y="1"/>
                </a:lnTo>
                <a:cubicBezTo>
                  <a:pt x="5959753" y="1"/>
                  <a:pt x="6261654" y="301902"/>
                  <a:pt x="6261654" y="674316"/>
                </a:cubicBezTo>
                <a:cubicBezTo>
                  <a:pt x="6261654" y="1046730"/>
                  <a:pt x="5959753" y="1348631"/>
                  <a:pt x="5587339"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chemeClr val="bg1"/>
          </a:solidFill>
          <a:ln w="22225">
            <a:solidFill>
              <a:schemeClr val="accent1">
                <a:lumMod val="10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9" name="矩形 8"/>
          <p:cNvSpPr/>
          <p:nvPr/>
        </p:nvSpPr>
        <p:spPr>
          <a:xfrm>
            <a:off x="4406771" y="1626950"/>
            <a:ext cx="3378457" cy="707886"/>
          </a:xfrm>
          <a:prstGeom prst="rect">
            <a:avLst/>
          </a:prstGeom>
        </p:spPr>
        <p:txBody>
          <a:bodyPr wrap="square">
            <a:spAutoFit/>
          </a:bodyPr>
          <a:lstStyle/>
          <a:p>
            <a:pPr lvl="0" algn="ctr">
              <a:defRPr/>
            </a:pPr>
            <a:r>
              <a:rPr lang="zh-CN" altLang="en-US" sz="4000" b="1" dirty="0">
                <a:solidFill>
                  <a:schemeClr val="accent1">
                    <a:lumMod val="100000"/>
                  </a:schemeClr>
                </a:solidFill>
                <a:latin typeface="字魂105号-简雅黑" panose="00000500000000000000" pitchFamily="2" charset="-122"/>
                <a:ea typeface="字魂105号-简雅黑" panose="00000500000000000000" pitchFamily="2" charset="-122"/>
                <a:sym typeface="字魂105号-简雅黑" panose="00000500000000000000" pitchFamily="2" charset="-122"/>
              </a:rPr>
              <a:t>致  谢</a:t>
            </a:r>
            <a:endParaRPr kumimoji="0" lang="zh-CN" altLang="en-US" sz="4000" b="0" i="0" u="none" strike="noStrike" kern="1200" cap="none" spc="0" normalizeH="0" baseline="0" noProof="0" dirty="0">
              <a:ln>
                <a:noFill/>
              </a:ln>
              <a:solidFill>
                <a:schemeClr val="accent1">
                  <a:lumMod val="100000"/>
                </a:schemeClr>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 name="文本框 2"/>
          <p:cNvSpPr txBox="1"/>
          <p:nvPr/>
        </p:nvSpPr>
        <p:spPr>
          <a:xfrm>
            <a:off x="1244599" y="2890774"/>
            <a:ext cx="9702800" cy="3139321"/>
          </a:xfrm>
          <a:prstGeom prst="rect">
            <a:avLst/>
          </a:prstGeom>
          <a:noFill/>
        </p:spPr>
        <p:txBody>
          <a:bodyPr wrap="square" rtlCol="0">
            <a:spAutoFit/>
          </a:bodyPr>
          <a:lstStyle/>
          <a:p>
            <a:pPr>
              <a:lnSpc>
                <a:spcPct val="150000"/>
              </a:lnSpc>
              <a:spcAft>
                <a:spcPts val="1200"/>
              </a:spcAft>
            </a:pP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      四年的大学学习生活在即将划上一个句号，而于我的人生来说却仅仅只是一个逗号，我将面对新的征程的开始。</a:t>
            </a:r>
            <a:endParaRPr lang="en-US" altLang="zh-CN" sz="14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spcAft>
                <a:spcPts val="1200"/>
              </a:spcAft>
            </a:pPr>
            <a:r>
              <a:rPr lang="en-US" altLang="zh-CN"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      </a:t>
            </a: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本研究及论文是在我的导师</a:t>
            </a:r>
            <a:r>
              <a:rPr lang="en-US" altLang="zh-CN"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XX</a:t>
            </a: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的亲切关怀和耐心的指导下完成的。伟人、名人固然为我所崇拜，可是我更迫切地想要把我的敬意献给给一位平凡的人，我的导师</a:t>
            </a:r>
            <a:r>
              <a:rPr lang="en-US" altLang="zh-CN"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XX</a:t>
            </a: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老师。也许我不是您最出色的学生，但您却是我所最尊敬的老师。您是如此的治学严谨，学识渊博，视野广阔，思想深刻，您用心为我营造一种良好的学术氛围，让我的论文更加的严谨。</a:t>
            </a:r>
            <a:endParaRPr lang="en-US" altLang="zh-CN" sz="1400"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a:p>
            <a:pPr>
              <a:lnSpc>
                <a:spcPct val="150000"/>
              </a:lnSpc>
              <a:spcAft>
                <a:spcPts val="1200"/>
              </a:spcAft>
            </a:pPr>
            <a:r>
              <a:rPr lang="en-US" altLang="zh-CN"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      </a:t>
            </a: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同时，我还要感谢一下一起完成毕业论文小组的同学们，如果没有你们的支持和倾心的协助，我是无法解决这些困难和疑惑，最终能够让本文顺利完成。至此论文付梓之际，我的心情无法保持平静，从开始选择课题到论文的顺利答辩，有无数可敬的师长、朋友给了我很多的帮助，在这里请您接受我诚挚的谢意</a:t>
            </a:r>
            <a:r>
              <a:rPr lang="en-US" altLang="zh-CN"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 </a:t>
            </a:r>
          </a:p>
          <a:p>
            <a:pPr>
              <a:lnSpc>
                <a:spcPct val="150000"/>
              </a:lnSpc>
              <a:spcAft>
                <a:spcPts val="1200"/>
              </a:spcAft>
            </a:pPr>
            <a:r>
              <a:rPr lang="en-US" altLang="zh-CN"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      </a:t>
            </a:r>
            <a:r>
              <a:rPr lang="zh-CN" altLang="en-US" sz="1400" dirty="0">
                <a:latin typeface="字魂105号-简雅黑" panose="00000500000000000000" pitchFamily="2" charset="-122"/>
                <a:ea typeface="字魂105号-简雅黑" panose="00000500000000000000" pitchFamily="2" charset="-122"/>
                <a:sym typeface="字魂105号-简雅黑" panose="00000500000000000000" pitchFamily="2" charset="-122"/>
              </a:rPr>
              <a:t>最后，再次对那些在论文完成过程中，关心、帮助我的同学和朋友们表示衷心地感谢！</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02326725-ED0E-4C0E-AFF1-996AF62BC698}"/>
              </a:ext>
            </a:extLst>
          </p:cNvPr>
          <p:cNvSpPr/>
          <p:nvPr/>
        </p:nvSpPr>
        <p:spPr>
          <a:xfrm>
            <a:off x="2825001" y="2413337"/>
            <a:ext cx="6541997" cy="1015663"/>
          </a:xfrm>
          <a:prstGeom prst="rect">
            <a:avLst/>
          </a:prstGeom>
        </p:spPr>
        <p:txBody>
          <a:bodyPr wrap="square">
            <a:spAutoFit/>
          </a:bodyPr>
          <a:lstStyle/>
          <a:p>
            <a:pPr algn="ctr">
              <a:defRPr/>
            </a:pPr>
            <a:r>
              <a:rPr lang="zh-CN" altLang="en-US" sz="6000" b="1" i="1" dirty="0">
                <a:solidFill>
                  <a:schemeClr val="accent1"/>
                </a:solidFill>
                <a:latin typeface="微软雅黑" panose="020B0503020204020204" pitchFamily="34" charset="-122"/>
                <a:ea typeface="微软雅黑"/>
              </a:rPr>
              <a:t>空白也是一种美！</a:t>
            </a:r>
          </a:p>
        </p:txBody>
      </p:sp>
      <p:sp>
        <p:nvSpPr>
          <p:cNvPr id="12" name="矩形 11">
            <a:extLst>
              <a:ext uri="{FF2B5EF4-FFF2-40B4-BE49-F238E27FC236}">
                <a16:creationId xmlns:a16="http://schemas.microsoft.com/office/drawing/2014/main" id="{277EA011-7D3F-4897-A9C3-BDF97129371C}"/>
              </a:ext>
            </a:extLst>
          </p:cNvPr>
          <p:cNvSpPr/>
          <p:nvPr/>
        </p:nvSpPr>
        <p:spPr>
          <a:xfrm>
            <a:off x="2863204" y="3539917"/>
            <a:ext cx="6541997" cy="1015663"/>
          </a:xfrm>
          <a:prstGeom prst="rect">
            <a:avLst/>
          </a:prstGeom>
        </p:spPr>
        <p:txBody>
          <a:bodyPr wrap="square">
            <a:spAutoFit/>
          </a:bodyPr>
          <a:lstStyle/>
          <a:p>
            <a:pPr algn="ctr">
              <a:defRPr/>
            </a:pPr>
            <a:r>
              <a:rPr lang="zh-CN" altLang="en-US" sz="6000" b="1" i="1" dirty="0">
                <a:solidFill>
                  <a:schemeClr val="accent1"/>
                </a:solidFill>
                <a:latin typeface="微软雅黑" panose="020B0503020204020204" pitchFamily="34" charset="-122"/>
                <a:ea typeface="微软雅黑"/>
              </a:rPr>
              <a:t>你的模板你做主！</a:t>
            </a:r>
          </a:p>
        </p:txBody>
      </p:sp>
      <p:sp>
        <p:nvSpPr>
          <p:cNvPr id="17" name="文本框 16">
            <a:extLst>
              <a:ext uri="{FF2B5EF4-FFF2-40B4-BE49-F238E27FC236}">
                <a16:creationId xmlns:a16="http://schemas.microsoft.com/office/drawing/2014/main" id="{3EF6CBFE-644F-425A-9E58-4F5A4841C034}"/>
              </a:ext>
            </a:extLst>
          </p:cNvPr>
          <p:cNvSpPr txBox="1"/>
          <p:nvPr/>
        </p:nvSpPr>
        <p:spPr>
          <a:xfrm>
            <a:off x="10906285" y="6437539"/>
            <a:ext cx="997389"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600" b="1" i="0" u="none" strike="noStrike" kern="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600" b="1" i="0" u="none" strike="noStrike" kern="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8" name="图片 7">
            <a:extLst>
              <a:ext uri="{FF2B5EF4-FFF2-40B4-BE49-F238E27FC236}">
                <a16:creationId xmlns:a16="http://schemas.microsoft.com/office/drawing/2014/main" id="{AE8A059D-D8A6-4382-8C62-452D96CD1E3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 y="1204494"/>
            <a:ext cx="12191998" cy="4449009"/>
          </a:xfrm>
          <a:prstGeom prst="rect">
            <a:avLst/>
          </a:prstGeom>
        </p:spPr>
      </p:pic>
    </p:spTree>
    <p:extLst>
      <p:ext uri="{BB962C8B-B14F-4D97-AF65-F5344CB8AC3E}">
        <p14:creationId xmlns:p14="http://schemas.microsoft.com/office/powerpoint/2010/main" val="420945090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301729"/>
            <a:ext cx="12192000" cy="3298971"/>
          </a:xfrm>
          <a:prstGeom prst="rect">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 name="文本框 4"/>
          <p:cNvSpPr txBox="1"/>
          <p:nvPr/>
        </p:nvSpPr>
        <p:spPr>
          <a:xfrm>
            <a:off x="1152690" y="2811398"/>
            <a:ext cx="9886617" cy="1107996"/>
          </a:xfrm>
          <a:prstGeom prst="rect">
            <a:avLst/>
          </a:prstGeom>
          <a:noFill/>
        </p:spPr>
        <p:txBody>
          <a:bodyPr wrap="square" rtlCol="0">
            <a:spAutoFit/>
          </a:bodyPr>
          <a:lstStyle/>
          <a:p>
            <a:pPr algn="ctr"/>
            <a:r>
              <a:rPr lang="zh-CN" altLang="en-US" sz="6600" b="1" spc="-3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山东科技大学答辩</a:t>
            </a:r>
            <a:r>
              <a:rPr lang="en-US" altLang="zh-CN" sz="6600" b="1" spc="-3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PPT</a:t>
            </a:r>
            <a:r>
              <a:rPr lang="zh-CN" altLang="en-US" sz="6600" b="1" spc="-3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模板</a:t>
            </a:r>
          </a:p>
        </p:txBody>
      </p:sp>
      <p:sp>
        <p:nvSpPr>
          <p:cNvPr id="6" name="文本框 5"/>
          <p:cNvSpPr txBox="1"/>
          <p:nvPr/>
        </p:nvSpPr>
        <p:spPr>
          <a:xfrm>
            <a:off x="4830287" y="4759051"/>
            <a:ext cx="3060700" cy="369332"/>
          </a:xfrm>
          <a:prstGeom prst="rect">
            <a:avLst/>
          </a:prstGeom>
          <a:noFill/>
        </p:spPr>
        <p:txBody>
          <a:bodyPr wrap="square" rtlCol="0">
            <a:spAutoFit/>
          </a:bodyPr>
          <a:lstStyle/>
          <a:p>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您的学院</a:t>
            </a:r>
            <a:r>
              <a:rPr lang="en-US" altLang="zh-CN"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a:t>
            </a:r>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专业</a:t>
            </a:r>
            <a:r>
              <a:rPr lang="en-US" altLang="zh-CN"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a:t>
            </a:r>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姓名</a:t>
            </a:r>
          </a:p>
        </p:txBody>
      </p:sp>
      <p:sp>
        <p:nvSpPr>
          <p:cNvPr id="7" name="文本框 6"/>
          <p:cNvSpPr txBox="1"/>
          <p:nvPr/>
        </p:nvSpPr>
        <p:spPr>
          <a:xfrm>
            <a:off x="4775200" y="4286734"/>
            <a:ext cx="3022600" cy="369332"/>
          </a:xfrm>
          <a:prstGeom prst="rect">
            <a:avLst/>
          </a:prstGeom>
          <a:noFill/>
        </p:spPr>
        <p:txBody>
          <a:bodyPr wrap="square" rtlCol="0">
            <a:spAutoFit/>
          </a:bodyPr>
          <a:lstStyle/>
          <a:p>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指导老师  ：山科球知道</a:t>
            </a:r>
          </a:p>
        </p:txBody>
      </p:sp>
      <p:sp>
        <p:nvSpPr>
          <p:cNvPr id="16" name="文本框 15">
            <a:extLst>
              <a:ext uri="{FF2B5EF4-FFF2-40B4-BE49-F238E27FC236}">
                <a16:creationId xmlns:a16="http://schemas.microsoft.com/office/drawing/2014/main" id="{EFF8821D-969F-4C9C-B1D2-8EBBD1502544}"/>
              </a:ext>
            </a:extLst>
          </p:cNvPr>
          <p:cNvSpPr txBox="1"/>
          <p:nvPr/>
        </p:nvSpPr>
        <p:spPr>
          <a:xfrm>
            <a:off x="4411885" y="5904168"/>
            <a:ext cx="3368230" cy="604076"/>
          </a:xfrm>
          <a:prstGeom prst="rect">
            <a:avLst/>
          </a:prstGeom>
          <a:noFill/>
        </p:spPr>
        <p:txBody>
          <a:bodyPr wrap="none" rtlCol="0">
            <a:spAutoFit/>
          </a:bodyPr>
          <a:lstStyle/>
          <a:p>
            <a:pPr algn="ctr">
              <a:lnSpc>
                <a:spcPct val="126000"/>
              </a:lnSpc>
            </a:pPr>
            <a:r>
              <a:rPr lang="en-US" altLang="zh-CN" sz="2800" b="1" dirty="0">
                <a:solidFill>
                  <a:schemeClr val="accent1"/>
                </a:solidFill>
                <a:latin typeface="微软雅黑" panose="020B0503020204020204" pitchFamily="34" charset="-122"/>
                <a:ea typeface="微软雅黑" panose="020B0503020204020204" pitchFamily="34" charset="-122"/>
              </a:rPr>
              <a:t>—— </a:t>
            </a:r>
            <a:r>
              <a:rPr lang="zh-CN" altLang="en-US" sz="2800" b="1" dirty="0">
                <a:solidFill>
                  <a:schemeClr val="accent1"/>
                </a:solidFill>
                <a:latin typeface="华文行楷" panose="02010800040101010101" pitchFamily="2" charset="-122"/>
                <a:ea typeface="华文行楷" panose="02010800040101010101" pitchFamily="2" charset="-122"/>
              </a:rPr>
              <a:t>惟真求新 </a:t>
            </a:r>
            <a:r>
              <a:rPr lang="en-US" altLang="zh-CN" sz="2800" b="1" dirty="0">
                <a:solidFill>
                  <a:schemeClr val="accent1"/>
                </a:solidFill>
                <a:latin typeface="微软雅黑" panose="020B0503020204020204" pitchFamily="34" charset="-122"/>
                <a:ea typeface="微软雅黑" panose="020B0503020204020204" pitchFamily="34" charset="-122"/>
              </a:rPr>
              <a:t>——</a:t>
            </a:r>
            <a:endParaRPr lang="zh-CN" altLang="en-US" sz="2800" b="1" dirty="0">
              <a:solidFill>
                <a:schemeClr val="accent1"/>
              </a:solidFill>
              <a:latin typeface="黑体" panose="02010609060101010101" pitchFamily="49" charset="-122"/>
              <a:ea typeface="黑体" panose="02010609060101010101" pitchFamily="49" charset="-122"/>
            </a:endParaRPr>
          </a:p>
        </p:txBody>
      </p:sp>
      <p:pic>
        <p:nvPicPr>
          <p:cNvPr id="2" name="图片 1">
            <a:extLst>
              <a:ext uri="{FF2B5EF4-FFF2-40B4-BE49-F238E27FC236}">
                <a16:creationId xmlns:a16="http://schemas.microsoft.com/office/drawing/2014/main" id="{2917529B-2051-36DB-9A34-34A07CCE63A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346858" y="-392186"/>
            <a:ext cx="5498283" cy="3298971"/>
          </a:xfrm>
          <a:prstGeom prst="rect">
            <a:avLst/>
          </a:prstGeom>
        </p:spPr>
      </p:pic>
    </p:spTree>
    <p:extLst>
      <p:ext uri="{BB962C8B-B14F-4D97-AF65-F5344CB8AC3E}">
        <p14:creationId xmlns:p14="http://schemas.microsoft.com/office/powerpoint/2010/main" val="26905493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00">
        <p15:prstTrans prst="pageCurlDouble"/>
      </p:transition>
    </mc:Choice>
    <mc:Fallback xmlns="">
      <p:transition spd="slow" advTm="3000">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 name="ISPRING_FIRST_PUBLISH" val="1"/>
  <p:tag name="COMMONDATA" val="eyJoZGlkIjoiMWE5M2Q3YTk2NzExM2ViYmM0ZjRmYzRhOWQ2NWVkYzYifQ=="/>
</p:tagLst>
</file>

<file path=ppt/tags/tag2.xml><?xml version="1.0" encoding="utf-8"?>
<p:tagLst xmlns:a="http://schemas.openxmlformats.org/drawingml/2006/main" xmlns:r="http://schemas.openxmlformats.org/officeDocument/2006/relationships" xmlns:p="http://schemas.openxmlformats.org/presentationml/2006/main">
  <p:tag name="ISLIDE.DIAGRAM" val="254799"/>
</p:tagLst>
</file>

<file path=ppt/tags/tag3.xml><?xml version="1.0" encoding="utf-8"?>
<p:tagLst xmlns:a="http://schemas.openxmlformats.org/drawingml/2006/main" xmlns:r="http://schemas.openxmlformats.org/officeDocument/2006/relationships" xmlns:p="http://schemas.openxmlformats.org/presentationml/2006/main">
  <p:tag name="ISLIDE.DIAGRAM" val="254805"/>
</p:tagLst>
</file>

<file path=ppt/tags/tag4.xml><?xml version="1.0" encoding="utf-8"?>
<p:tagLst xmlns:a="http://schemas.openxmlformats.org/drawingml/2006/main" xmlns:r="http://schemas.openxmlformats.org/officeDocument/2006/relationships" xmlns:p="http://schemas.openxmlformats.org/presentationml/2006/main">
  <p:tag name="ISLIDE.DIAGRAM" val="255922"/>
</p:tagLst>
</file>

<file path=ppt/tags/tag5.xml><?xml version="1.0" encoding="utf-8"?>
<p:tagLst xmlns:a="http://schemas.openxmlformats.org/drawingml/2006/main" xmlns:r="http://schemas.openxmlformats.org/officeDocument/2006/relationships" xmlns:p="http://schemas.openxmlformats.org/presentationml/2006/main">
  <p:tag name="ISLIDE.DIAGRAM" val="183077"/>
</p:tagLst>
</file>

<file path=ppt/tags/tag6.xml><?xml version="1.0" encoding="utf-8"?>
<p:tagLst xmlns:a="http://schemas.openxmlformats.org/drawingml/2006/main" xmlns:r="http://schemas.openxmlformats.org/officeDocument/2006/relationships" xmlns:p="http://schemas.openxmlformats.org/presentationml/2006/main">
  <p:tag name="ISLIDE.DIAGRAM" val="224338"/>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013A89"/>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013A89"/>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a:solidFill>
            <a:srgbClr val="46A49B"/>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44546A"/>
    </a:dk2>
    <a:lt2>
      <a:srgbClr val="E7E6E6"/>
    </a:lt2>
    <a:accent1>
      <a:srgbClr val="013A89"/>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rgbClr val="000000"/>
    </a:dk1>
    <a:lt1>
      <a:srgbClr val="FFFFFF"/>
    </a:lt1>
    <a:dk2>
      <a:srgbClr val="44546A"/>
    </a:dk2>
    <a:lt2>
      <a:srgbClr val="E7E6E6"/>
    </a:lt2>
    <a:accent1>
      <a:srgbClr val="013A89"/>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rgbClr val="000000"/>
    </a:dk1>
    <a:lt1>
      <a:srgbClr val="FFFFFF"/>
    </a:lt1>
    <a:dk2>
      <a:srgbClr val="44546A"/>
    </a:dk2>
    <a:lt2>
      <a:srgbClr val="E7E6E6"/>
    </a:lt2>
    <a:accent1>
      <a:srgbClr val="013A89"/>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rgbClr val="000000"/>
    </a:dk1>
    <a:lt1>
      <a:srgbClr val="FFFFFF"/>
    </a:lt1>
    <a:dk2>
      <a:srgbClr val="44546A"/>
    </a:dk2>
    <a:lt2>
      <a:srgbClr val="E7E6E6"/>
    </a:lt2>
    <a:accent1>
      <a:srgbClr val="013A89"/>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a:dk1>
      <a:srgbClr val="000000"/>
    </a:dk1>
    <a:lt1>
      <a:srgbClr val="FFFFFF"/>
    </a:lt1>
    <a:dk2>
      <a:srgbClr val="44546A"/>
    </a:dk2>
    <a:lt2>
      <a:srgbClr val="E7E6E6"/>
    </a:lt2>
    <a:accent1>
      <a:srgbClr val="013A89"/>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Office">
    <a:dk1>
      <a:srgbClr val="000000"/>
    </a:dk1>
    <a:lt1>
      <a:srgbClr val="FFFFFF"/>
    </a:lt1>
    <a:dk2>
      <a:srgbClr val="44546A"/>
    </a:dk2>
    <a:lt2>
      <a:srgbClr val="E7E6E6"/>
    </a:lt2>
    <a:accent1>
      <a:srgbClr val="013A89"/>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7.xml><?xml version="1.0" encoding="utf-8"?>
<a:themeOverride xmlns:a="http://schemas.openxmlformats.org/drawingml/2006/main">
  <a:clrScheme name="Office">
    <a:dk1>
      <a:srgbClr val="000000"/>
    </a:dk1>
    <a:lt1>
      <a:srgbClr val="FFFFFF"/>
    </a:lt1>
    <a:dk2>
      <a:srgbClr val="44546A"/>
    </a:dk2>
    <a:lt2>
      <a:srgbClr val="E7E6E6"/>
    </a:lt2>
    <a:accent1>
      <a:srgbClr val="013A89"/>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8.xml><?xml version="1.0" encoding="utf-8"?>
<a:themeOverride xmlns:a="http://schemas.openxmlformats.org/drawingml/2006/main">
  <a:clrScheme name="Office">
    <a:dk1>
      <a:srgbClr val="000000"/>
    </a:dk1>
    <a:lt1>
      <a:srgbClr val="FFFFFF"/>
    </a:lt1>
    <a:dk2>
      <a:srgbClr val="44546A"/>
    </a:dk2>
    <a:lt2>
      <a:srgbClr val="E7E6E6"/>
    </a:lt2>
    <a:accent1>
      <a:srgbClr val="013A89"/>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9.xml><?xml version="1.0" encoding="utf-8"?>
<a:themeOverride xmlns:a="http://schemas.openxmlformats.org/drawingml/2006/main">
  <a:clrScheme name="Office">
    <a:dk1>
      <a:srgbClr val="000000"/>
    </a:dk1>
    <a:lt1>
      <a:srgbClr val="FFFFFF"/>
    </a:lt1>
    <a:dk2>
      <a:srgbClr val="44546A"/>
    </a:dk2>
    <a:lt2>
      <a:srgbClr val="E7E6E6"/>
    </a:lt2>
    <a:accent1>
      <a:srgbClr val="013A89"/>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0.xml><?xml version="1.0" encoding="utf-8"?>
<a:themeOverride xmlns:a="http://schemas.openxmlformats.org/drawingml/2006/main">
  <a:clrScheme name="Office">
    <a:dk1>
      <a:srgbClr val="000000"/>
    </a:dk1>
    <a:lt1>
      <a:srgbClr val="FFFFFF"/>
    </a:lt1>
    <a:dk2>
      <a:srgbClr val="44546A"/>
    </a:dk2>
    <a:lt2>
      <a:srgbClr val="E7E6E6"/>
    </a:lt2>
    <a:accent1>
      <a:srgbClr val="013A89"/>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1.xml><?xml version="1.0" encoding="utf-8"?>
<a:themeOverride xmlns:a="http://schemas.openxmlformats.org/drawingml/2006/main">
  <a:clrScheme name="Office">
    <a:dk1>
      <a:srgbClr val="000000"/>
    </a:dk1>
    <a:lt1>
      <a:srgbClr val="FFFFFF"/>
    </a:lt1>
    <a:dk2>
      <a:srgbClr val="44546A"/>
    </a:dk2>
    <a:lt2>
      <a:srgbClr val="E7E6E6"/>
    </a:lt2>
    <a:accent1>
      <a:srgbClr val="013A89"/>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2.xml><?xml version="1.0" encoding="utf-8"?>
<a:themeOverride xmlns:a="http://schemas.openxmlformats.org/drawingml/2006/main">
  <a:clrScheme name="Office">
    <a:dk1>
      <a:srgbClr val="000000"/>
    </a:dk1>
    <a:lt1>
      <a:srgbClr val="FFFFFF"/>
    </a:lt1>
    <a:dk2>
      <a:srgbClr val="44546A"/>
    </a:dk2>
    <a:lt2>
      <a:srgbClr val="E7E6E6"/>
    </a:lt2>
    <a:accent1>
      <a:srgbClr val="013A89"/>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3.xml><?xml version="1.0" encoding="utf-8"?>
<a:themeOverride xmlns:a="http://schemas.openxmlformats.org/drawingml/2006/main">
  <a:clrScheme name="Office">
    <a:dk1>
      <a:srgbClr val="000000"/>
    </a:dk1>
    <a:lt1>
      <a:srgbClr val="FFFFFF"/>
    </a:lt1>
    <a:dk2>
      <a:srgbClr val="44546A"/>
    </a:dk2>
    <a:lt2>
      <a:srgbClr val="E7E6E6"/>
    </a:lt2>
    <a:accent1>
      <a:srgbClr val="013A89"/>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4.xml><?xml version="1.0" encoding="utf-8"?>
<a:themeOverride xmlns:a="http://schemas.openxmlformats.org/drawingml/2006/main">
  <a:clrScheme name="Office">
    <a:dk1>
      <a:srgbClr val="000000"/>
    </a:dk1>
    <a:lt1>
      <a:srgbClr val="FFFFFF"/>
    </a:lt1>
    <a:dk2>
      <a:srgbClr val="44546A"/>
    </a:dk2>
    <a:lt2>
      <a:srgbClr val="E7E6E6"/>
    </a:lt2>
    <a:accent1>
      <a:srgbClr val="013A89"/>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5.xml><?xml version="1.0" encoding="utf-8"?>
<a:themeOverride xmlns:a="http://schemas.openxmlformats.org/drawingml/2006/main">
  <a:clrScheme name="Office">
    <a:dk1>
      <a:srgbClr val="000000"/>
    </a:dk1>
    <a:lt1>
      <a:srgbClr val="FFFFFF"/>
    </a:lt1>
    <a:dk2>
      <a:srgbClr val="44546A"/>
    </a:dk2>
    <a:lt2>
      <a:srgbClr val="E7E6E6"/>
    </a:lt2>
    <a:accent1>
      <a:srgbClr val="013A89"/>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6.xml><?xml version="1.0" encoding="utf-8"?>
<a:themeOverride xmlns:a="http://schemas.openxmlformats.org/drawingml/2006/main">
  <a:clrScheme name="Office">
    <a:dk1>
      <a:srgbClr val="000000"/>
    </a:dk1>
    <a:lt1>
      <a:srgbClr val="FFFFFF"/>
    </a:lt1>
    <a:dk2>
      <a:srgbClr val="44546A"/>
    </a:dk2>
    <a:lt2>
      <a:srgbClr val="E7E6E6"/>
    </a:lt2>
    <a:accent1>
      <a:srgbClr val="013A89"/>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7.xml><?xml version="1.0" encoding="utf-8"?>
<a:themeOverride xmlns:a="http://schemas.openxmlformats.org/drawingml/2006/main">
  <a:clrScheme name="Office">
    <a:dk1>
      <a:srgbClr val="000000"/>
    </a:dk1>
    <a:lt1>
      <a:srgbClr val="FFFFFF"/>
    </a:lt1>
    <a:dk2>
      <a:srgbClr val="44546A"/>
    </a:dk2>
    <a:lt2>
      <a:srgbClr val="E7E6E6"/>
    </a:lt2>
    <a:accent1>
      <a:srgbClr val="013A89"/>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8.xml><?xml version="1.0" encoding="utf-8"?>
<a:themeOverride xmlns:a="http://schemas.openxmlformats.org/drawingml/2006/main">
  <a:clrScheme name="Office">
    <a:dk1>
      <a:srgbClr val="000000"/>
    </a:dk1>
    <a:lt1>
      <a:srgbClr val="FFFFFF"/>
    </a:lt1>
    <a:dk2>
      <a:srgbClr val="44546A"/>
    </a:dk2>
    <a:lt2>
      <a:srgbClr val="E7E6E6"/>
    </a:lt2>
    <a:accent1>
      <a:srgbClr val="013A89"/>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9.xml><?xml version="1.0" encoding="utf-8"?>
<a:themeOverride xmlns:a="http://schemas.openxmlformats.org/drawingml/2006/main">
  <a:clrScheme name="Office">
    <a:dk1>
      <a:srgbClr val="000000"/>
    </a:dk1>
    <a:lt1>
      <a:srgbClr val="FFFFFF"/>
    </a:lt1>
    <a:dk2>
      <a:srgbClr val="44546A"/>
    </a:dk2>
    <a:lt2>
      <a:srgbClr val="E7E6E6"/>
    </a:lt2>
    <a:accent1>
      <a:srgbClr val="013A89"/>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0.xml><?xml version="1.0" encoding="utf-8"?>
<a:themeOverride xmlns:a="http://schemas.openxmlformats.org/drawingml/2006/main">
  <a:clrScheme name="Office">
    <a:dk1>
      <a:srgbClr val="000000"/>
    </a:dk1>
    <a:lt1>
      <a:srgbClr val="FFFFFF"/>
    </a:lt1>
    <a:dk2>
      <a:srgbClr val="44546A"/>
    </a:dk2>
    <a:lt2>
      <a:srgbClr val="E7E6E6"/>
    </a:lt2>
    <a:accent1>
      <a:srgbClr val="013A89"/>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1.xml><?xml version="1.0" encoding="utf-8"?>
<a:themeOverride xmlns:a="http://schemas.openxmlformats.org/drawingml/2006/main">
  <a:clrScheme name="Office">
    <a:dk1>
      <a:srgbClr val="000000"/>
    </a:dk1>
    <a:lt1>
      <a:srgbClr val="FFFFFF"/>
    </a:lt1>
    <a:dk2>
      <a:srgbClr val="44546A"/>
    </a:dk2>
    <a:lt2>
      <a:srgbClr val="E7E6E6"/>
    </a:lt2>
    <a:accent1>
      <a:srgbClr val="013A89"/>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2.xml><?xml version="1.0" encoding="utf-8"?>
<a:themeOverride xmlns:a="http://schemas.openxmlformats.org/drawingml/2006/main">
  <a:clrScheme name="Office">
    <a:dk1>
      <a:srgbClr val="000000"/>
    </a:dk1>
    <a:lt1>
      <a:srgbClr val="FFFFFF"/>
    </a:lt1>
    <a:dk2>
      <a:srgbClr val="44546A"/>
    </a:dk2>
    <a:lt2>
      <a:srgbClr val="E7E6E6"/>
    </a:lt2>
    <a:accent1>
      <a:srgbClr val="013A89"/>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3.xml><?xml version="1.0" encoding="utf-8"?>
<a:themeOverride xmlns:a="http://schemas.openxmlformats.org/drawingml/2006/main">
  <a:clrScheme name="Office">
    <a:dk1>
      <a:srgbClr val="000000"/>
    </a:dk1>
    <a:lt1>
      <a:srgbClr val="FFFFFF"/>
    </a:lt1>
    <a:dk2>
      <a:srgbClr val="44546A"/>
    </a:dk2>
    <a:lt2>
      <a:srgbClr val="E7E6E6"/>
    </a:lt2>
    <a:accent1>
      <a:srgbClr val="013A89"/>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262</TotalTime>
  <Words>1909</Words>
  <Application>Microsoft Office PowerPoint</Application>
  <PresentationFormat>宽屏</PresentationFormat>
  <Paragraphs>222</Paragraphs>
  <Slides>24</Slides>
  <Notes>23</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24</vt:i4>
      </vt:variant>
    </vt:vector>
  </HeadingPairs>
  <TitlesOfParts>
    <vt:vector size="35" baseType="lpstr">
      <vt:lpstr>等线</vt:lpstr>
      <vt:lpstr>等线 Light</vt:lpstr>
      <vt:lpstr>黑体</vt:lpstr>
      <vt:lpstr>华文行楷</vt:lpstr>
      <vt:lpstr>微软雅黑</vt:lpstr>
      <vt:lpstr>字魂105号-简雅黑</vt:lpstr>
      <vt:lpstr>Arial</vt:lpstr>
      <vt:lpstr>Calibri</vt:lpstr>
      <vt:lpstr>Wingdings</vt:lpstr>
      <vt:lpstr>Office 主题​​</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cby</dc:creator>
  <cp:lastModifiedBy>dell</cp:lastModifiedBy>
  <cp:revision>328</cp:revision>
  <dcterms:created xsi:type="dcterms:W3CDTF">2019-01-04T06:52:00Z</dcterms:created>
  <dcterms:modified xsi:type="dcterms:W3CDTF">2024-01-17T06:51:52Z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237DCB3431844964878D453DA433BCD1_12</vt:lpwstr>
  </property>
  <property fmtid="{D5CDD505-2E9C-101B-9397-08002B2CF9AE}" pid="3" name="KSOProductBuildVer">
    <vt:lpwstr>2052-12.1.0.15712</vt:lpwstr>
  </property>
</Properties>
</file>